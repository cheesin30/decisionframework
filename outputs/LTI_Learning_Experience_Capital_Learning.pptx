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801" r:id="rId4"/>
  </p:sldMasterIdLst>
  <p:notesMasterIdLst>
    <p:notesMasterId r:id="rId39"/>
  </p:notesMasterIdLst>
  <p:handoutMasterIdLst>
    <p:handoutMasterId r:id="rId40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</p:sldIdLst>
  <p:sldSz cx="12192000" cy="6858000"/>
  <p:notesSz cx="6858000" cy="9144000"/>
  <p:defaultTextStyle>
    <a:defPPr marL="0" marR="0" indent="0" algn="l" defTabSz="4572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9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2286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05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Next LT Com Regular"/>
        <a:ea typeface="AvenirNext LT Com Regular"/>
        <a:cs typeface="AvenirNext LT Com Regular"/>
        <a:sym typeface="AvenirNext LT Com Regular"/>
      </a:defRPr>
    </a:lvl1pPr>
    <a:lvl2pPr marL="0" marR="0" indent="171450" algn="ctr" defTabSz="2286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05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Next LT Com Regular"/>
        <a:ea typeface="AvenirNext LT Com Regular"/>
        <a:cs typeface="AvenirNext LT Com Regular"/>
        <a:sym typeface="AvenirNext LT Com Regular"/>
      </a:defRPr>
    </a:lvl2pPr>
    <a:lvl3pPr marL="0" marR="0" indent="342900" algn="ctr" defTabSz="2286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05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Next LT Com Regular"/>
        <a:ea typeface="AvenirNext LT Com Regular"/>
        <a:cs typeface="AvenirNext LT Com Regular"/>
        <a:sym typeface="AvenirNext LT Com Regular"/>
      </a:defRPr>
    </a:lvl3pPr>
    <a:lvl4pPr marL="0" marR="0" indent="514350" algn="ctr" defTabSz="2286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05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Next LT Com Regular"/>
        <a:ea typeface="AvenirNext LT Com Regular"/>
        <a:cs typeface="AvenirNext LT Com Regular"/>
        <a:sym typeface="AvenirNext LT Com Regular"/>
      </a:defRPr>
    </a:lvl4pPr>
    <a:lvl5pPr marL="0" marR="0" indent="685800" algn="ctr" defTabSz="2286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05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Next LT Com Regular"/>
        <a:ea typeface="AvenirNext LT Com Regular"/>
        <a:cs typeface="AvenirNext LT Com Regular"/>
        <a:sym typeface="AvenirNext LT Com Regular"/>
      </a:defRPr>
    </a:lvl5pPr>
    <a:lvl6pPr marL="0" marR="0" indent="857250" algn="ctr" defTabSz="2286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05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Next LT Com Regular"/>
        <a:ea typeface="AvenirNext LT Com Regular"/>
        <a:cs typeface="AvenirNext LT Com Regular"/>
        <a:sym typeface="AvenirNext LT Com Regular"/>
      </a:defRPr>
    </a:lvl6pPr>
    <a:lvl7pPr marL="0" marR="0" indent="1028700" algn="ctr" defTabSz="2286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05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Next LT Com Regular"/>
        <a:ea typeface="AvenirNext LT Com Regular"/>
        <a:cs typeface="AvenirNext LT Com Regular"/>
        <a:sym typeface="AvenirNext LT Com Regular"/>
      </a:defRPr>
    </a:lvl7pPr>
    <a:lvl8pPr marL="0" marR="0" indent="1200150" algn="ctr" defTabSz="2286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05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Next LT Com Regular"/>
        <a:ea typeface="AvenirNext LT Com Regular"/>
        <a:cs typeface="AvenirNext LT Com Regular"/>
        <a:sym typeface="AvenirNext LT Com Regular"/>
      </a:defRPr>
    </a:lvl8pPr>
    <a:lvl9pPr marL="0" marR="0" indent="1371600" algn="ctr" defTabSz="2286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05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Next LT Com Regular"/>
        <a:ea typeface="AvenirNext LT Com Regular"/>
        <a:cs typeface="AvenirNext LT Com Regular"/>
        <a:sym typeface="AvenirNext LT Com Regular"/>
      </a:defRPr>
    </a:lvl9pPr>
  </p:defaultTextStyle>
  <p:extLst>
    <p:ext uri="{521415D9-36F7-43E2-AB2F-B90AF26B5E84}">
      <p14:sectionLst xmlns:p14="http://schemas.microsoft.com/office/powerpoint/2010/main">
        <p14:section name="Cover" id="{C76E9A35-7E0D-4494-B628-377D25EC0836}">
          <p14:sldIdLst>
            <p14:sldId id="2147479279"/>
            <p14:sldId id="2147479249"/>
            <p14:sldId id="2147479289"/>
          </p14:sldIdLst>
        </p14:section>
        <p14:section name="Agenda" id="{56CD3096-6D64-FA48-8690-5A0658024011}">
          <p14:sldIdLst>
            <p14:sldId id="2147479266"/>
          </p14:sldIdLst>
        </p14:section>
        <p14:section name="Content" id="{E5AB56F5-2861-FD49-A809-437D1E9996F4}">
          <p14:sldIdLst>
            <p14:sldId id="2147479198"/>
            <p14:sldId id="2147479267"/>
            <p14:sldId id="2147479268"/>
            <p14:sldId id="7369"/>
            <p14:sldId id="7398"/>
            <p14:sldId id="7364"/>
            <p14:sldId id="2147479197"/>
            <p14:sldId id="7355"/>
            <p14:sldId id="7353"/>
            <p14:sldId id="2147479202"/>
            <p14:sldId id="2147479200"/>
            <p14:sldId id="7366"/>
            <p14:sldId id="7356"/>
            <p14:sldId id="2147479270"/>
            <p14:sldId id="7382"/>
            <p14:sldId id="2147479271"/>
            <p14:sldId id="2147479283"/>
            <p14:sldId id="2147479240"/>
            <p14:sldId id="2147479290"/>
            <p14:sldId id="2147479286"/>
            <p14:sldId id="2147479287"/>
            <p14:sldId id="2147479288"/>
            <p14:sldId id="2147479274"/>
            <p14:sldId id="2147479275"/>
            <p14:sldId id="2147479276"/>
            <p14:sldId id="2147479277"/>
            <p14:sldId id="2147479278"/>
            <p14:sldId id="2147479282"/>
            <p14:sldId id="7402"/>
          </p14:sldIdLst>
        </p14:section>
        <p14:section name="Disclaimer / Disclosure" id="{D4C310BE-312C-F245-9CC5-FB6EF0D3A1E0}">
          <p14:sldIdLst>
            <p14:sldId id="29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F331EFA-2F70-81A3-6236-B4BF10F275CA}" name="Cheryl Molnar (CHCM)" initials="CM" userId="S::CHCM@capgroup.com::3935c94a-6003-44f3-978e-217ee94a484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5A882"/>
    <a:srgbClr val="004439"/>
    <a:srgbClr val="2A8BE9"/>
    <a:srgbClr val="832575"/>
    <a:srgbClr val="0B336D"/>
    <a:srgbClr val="162252"/>
    <a:srgbClr val="00A882"/>
    <a:srgbClr val="00443A"/>
    <a:srgbClr val="0074E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8F44A2F1-9E1F-4B54-A3A2-5F16C0AD49E2}" styleName="">
    <a:tblBg/>
    <a:wholeTbl>
      <a:tcTxStyle b="off" i="off">
        <a:font>
          <a:latin typeface="AvenirNext LT Com Regular"/>
          <a:ea typeface="AvenirNext LT Com Regular"/>
          <a:cs typeface="AvenirNext LT Com Regular"/>
        </a:font>
        <a:srgbClr val="000000"/>
      </a:tcTxStyle>
      <a:tcStyle>
        <a:tcBdr>
          <a:left>
            <a:ln w="254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25400" cap="flat">
              <a:solidFill>
                <a:srgbClr val="000000"/>
              </a:solidFill>
              <a:prstDash val="solid"/>
              <a:miter lim="400000"/>
            </a:ln>
          </a:bottom>
          <a:insideH>
            <a:ln w="25400" cap="flat">
              <a:solidFill>
                <a:srgbClr val="000000"/>
              </a:solidFill>
              <a:prstDash val="solid"/>
              <a:miter lim="400000"/>
            </a:ln>
          </a:insideH>
          <a:insideV>
            <a:ln w="254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FF1F3"/>
          </a:solidFill>
        </a:fill>
      </a:tcStyle>
    </a:band2H>
    <a:firstCol>
      <a:tcTxStyle b="off" i="off">
        <a:font>
          <a:latin typeface="AvenirNext LT Com Regular"/>
          <a:ea typeface="AvenirNext LT Com Regular"/>
          <a:cs typeface="AvenirNext LT Com Regular"/>
        </a:font>
        <a:srgbClr val="FFFFFF"/>
      </a:tcTxStyle>
      <a:tcStyle>
        <a:tcBdr>
          <a:left>
            <a:ln w="254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25400" cap="flat">
              <a:solidFill>
                <a:srgbClr val="000000"/>
              </a:solidFill>
              <a:prstDash val="solid"/>
              <a:miter lim="400000"/>
            </a:ln>
          </a:bottom>
          <a:insideH>
            <a:ln w="25400" cap="flat">
              <a:solidFill>
                <a:srgbClr val="000000"/>
              </a:solidFill>
              <a:prstDash val="solid"/>
              <a:miter lim="400000"/>
            </a:ln>
          </a:insideH>
          <a:insideV>
            <a:ln w="254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>
          <a:latin typeface="AvenirNext LT Com Regular"/>
          <a:ea typeface="AvenirNext LT Com Regular"/>
          <a:cs typeface="AvenirNext LT Com Regular"/>
        </a:font>
        <a:srgbClr val="FFFFFF"/>
      </a:tcTxStyle>
      <a:tcStyle>
        <a:tcBdr>
          <a:left>
            <a:ln w="254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25400" cap="flat">
              <a:solidFill>
                <a:srgbClr val="000000"/>
              </a:solidFill>
              <a:prstDash val="solid"/>
              <a:miter lim="400000"/>
            </a:ln>
          </a:bottom>
          <a:insideH>
            <a:ln w="25400" cap="flat">
              <a:solidFill>
                <a:srgbClr val="000000"/>
              </a:solidFill>
              <a:prstDash val="solid"/>
              <a:miter lim="400000"/>
            </a:ln>
          </a:insideH>
          <a:insideV>
            <a:ln w="254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AvenirNext LT Com Regular"/>
          <a:ea typeface="AvenirNext LT Com Regular"/>
          <a:cs typeface="AvenirNext LT Com Regular"/>
        </a:font>
        <a:srgbClr val="FFFFFF"/>
      </a:tcTxStyle>
      <a:tcStyle>
        <a:tcBdr>
          <a:left>
            <a:ln w="254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25400" cap="flat">
              <a:solidFill>
                <a:srgbClr val="000000"/>
              </a:solidFill>
              <a:prstDash val="solid"/>
              <a:miter lim="400000"/>
            </a:ln>
          </a:bottom>
          <a:insideH>
            <a:ln w="25400" cap="flat">
              <a:solidFill>
                <a:srgbClr val="000000"/>
              </a:solidFill>
              <a:prstDash val="solid"/>
              <a:miter lim="400000"/>
            </a:ln>
          </a:insideH>
          <a:insideV>
            <a:ln w="254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12700" cap="flat">
              <a:solidFill>
                <a:srgbClr val="B8B8B8"/>
              </a:solidFill>
              <a:prstDash val="solid"/>
              <a:miter lim="400000"/>
            </a:ln>
          </a:top>
          <a:bottom>
            <a:ln w="12700" cap="flat">
              <a:solidFill>
                <a:srgbClr val="B8B8B8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E1E0DA"/>
          </a:solidFill>
        </a:fill>
      </a:tcStyle>
    </a:band2H>
    <a:firstCol>
      <a:tcTxStyle>
        <a:font>
          <a:latin typeface="Helvetica Neue Medium"/>
          <a:ea typeface="Helvetica Neue Medium"/>
          <a:cs typeface="Helvetica Neue Medium"/>
        </a:font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1DB100"/>
          </a:solidFill>
        </a:fill>
      </a:tcStyle>
    </a:firstCol>
    <a:lastRow>
      <a:tcTxStyle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254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lastRow>
    <a:firstRow>
      <a:tcTxStyle>
        <a:font>
          <a:latin typeface="Helvetica Neue Medium"/>
          <a:ea typeface="Helvetica Neue Medium"/>
          <a:cs typeface="Helvetica Neue Medium"/>
        </a:font>
        <a:srgbClr val="FFFFFF"/>
      </a:tcTxStyle>
      <a:tcStyle>
        <a:tcBdr>
          <a:left>
            <a:ln w="12700" cap="flat">
              <a:solidFill>
                <a:srgbClr val="929292"/>
              </a:solidFill>
              <a:prstDash val="solid"/>
              <a:miter lim="400000"/>
            </a:ln>
          </a:left>
          <a:right>
            <a:ln w="12700" cap="flat">
              <a:solidFill>
                <a:srgbClr val="929292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929292"/>
              </a:solidFill>
              <a:prstDash val="solid"/>
              <a:miter lim="400000"/>
            </a:ln>
          </a:insideH>
          <a:insideV>
            <a:ln w="12700" cap="flat">
              <a:solidFill>
                <a:srgbClr val="929292"/>
              </a:solidFill>
              <a:prstDash val="solid"/>
              <a:miter lim="400000"/>
            </a:ln>
          </a:insideV>
        </a:tcBdr>
        <a:fill>
          <a:solidFill>
            <a:srgbClr val="017101"/>
          </a:solidFill>
        </a:fill>
      </a:tcStyle>
    </a:firstRow>
  </a:tblStyle>
  <a:tblStyle styleId="{EEE7283C-3CF3-47DC-8721-378D4A62B228}" styleName="">
    <a:tblBg/>
    <a:wholeTbl>
      <a:tcTxStyle>
        <a:font>
          <a:latin typeface="Helvetica Neue Light"/>
          <a:ea typeface="Helvetica Neue Light"/>
          <a:cs typeface="Helvetica Neue Light"/>
        </a:font>
        <a:srgbClr val="000000"/>
      </a:tcTxStyle>
      <a:tcStyle>
        <a:tcBdr>
          <a:lef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rgbClr val="EDEADD"/>
          </a:solidFill>
        </a:fill>
      </a:tcStyle>
    </a:band2H>
    <a:firstCol>
      <a:tcTxStyle>
        <a:font>
          <a:latin typeface="Helvetica Neue Medium"/>
          <a:ea typeface="Helvetica Neue Medium"/>
          <a:cs typeface="Helvetica Neue Medium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F9BA00"/>
          </a:solidFill>
        </a:fill>
      </a:tcStyle>
    </a:firstCol>
    <a:lastRow>
      <a:tcTxStyle>
        <a:font>
          <a:latin typeface="Helvetica Neue Medium"/>
          <a:ea typeface="Helvetica Neue Medium"/>
          <a:cs typeface="Helvetica Neue Medium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lastRow>
    <a:firstRow>
      <a:tcTxStyle>
        <a:font>
          <a:latin typeface="Helvetica Neue Medium"/>
          <a:ea typeface="Helvetica Neue Medium"/>
          <a:cs typeface="Helvetica Neue Medium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CF821DB8-F4EB-4A41-A1BA-3FCAFE7338EE}" styleName="">
    <a:tblBg/>
    <a:wholeTbl>
      <a:tcTxStyle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DADBDA"/>
          </a:solidFill>
        </a:fill>
      </a:tcStyle>
    </a:band2H>
    <a:firstCol>
      <a:tcTxStyle b="on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chemeClr val="accent6">
              <a:hueOff val="-2394938"/>
              <a:satOff val="-28078"/>
              <a:lumOff val="-30405"/>
            </a:schemeClr>
          </a:solidFill>
        </a:fill>
      </a:tcStyle>
    </a:firstCol>
    <a:lastRow>
      <a:tcTxStyle b="on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C24785"/>
          </a:solidFill>
        </a:fill>
      </a:tcStyle>
    </a:lastRow>
    <a:firstRow>
      <a:tcTxStyle b="on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C24785"/>
          </a:solidFill>
        </a:fill>
      </a:tcStyle>
    </a:firstRow>
  </a:tblStyle>
  <a:tblStyle styleId="{33BA23B1-9221-436E-865A-0063620EA4FD}" styleName="">
    <a:tblBg/>
    <a:wholeTbl>
      <a:tcTxStyle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B5B5C1"/>
          </a:solidFill>
        </a:fill>
      </a:tcStyle>
    </a:wholeTbl>
    <a:band2H>
      <a:tcTxStyle/>
      <a:tcStyle>
        <a:tcBdr/>
        <a:fill>
          <a:solidFill>
            <a:srgbClr val="9A9AA5"/>
          </a:solidFill>
        </a:fill>
      </a:tcStyle>
    </a:band2H>
    <a:firstCol>
      <a:tcTxStyle b="on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53585F"/>
          </a:solidFill>
        </a:fill>
      </a:tcStyle>
    </a:firstCol>
    <a:lastRow>
      <a:tcTxStyle b="on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98089"/>
          </a:solidFill>
        </a:fill>
      </a:tcStyle>
    </a:lastRow>
    <a:firstRow>
      <a:tcTxStyle b="on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98089"/>
          </a:solidFill>
        </a:fill>
      </a:tcStyle>
    </a:firstRow>
  </a:tblStyle>
  <a:tblStyle styleId="{2708684C-4D16-4618-839F-0558EEFCDFE6}" styleName="">
    <a:tblBg/>
    <a:wholeTbl>
      <a:tcTxStyle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lastRow>
    <a:firstRow>
      <a:tcTxStyle b="on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Row>
  </a:tblStyle>
  <a:tblStyle styleId="{4C3C2611-4C71-4FC5-86AE-919BDF0F9419}" styleName="">
    <a:tblBg/>
    <a:wholeTbl>
      <a:tcTxStyle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>
              <a:hueOff val="-575724"/>
              <a:satOff val="56070"/>
              <a:lumOff val="-30294"/>
            </a:schemeClr>
          </a:solidFill>
        </a:fill>
      </a:tcStyle>
    </a:firstCol>
    <a:lastRow>
      <a:tcTxStyle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3797C6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04D80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223"/>
    <p:restoredTop sz="94658"/>
  </p:normalViewPr>
  <p:slideViewPr>
    <p:cSldViewPr snapToGrid="0">
      <p:cViewPr varScale="1">
        <p:scale>
          <a:sx n="55" d="100"/>
          <a:sy n="55" d="100"/>
        </p:scale>
        <p:origin x="676" y="26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>
        <p:scale>
          <a:sx n="389" d="100"/>
          <a:sy n="389" d="100"/>
        </p:scale>
        <p:origin x="144" y="-1662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467833" y="8662738"/>
            <a:ext cx="4815367" cy="277191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200"/>
            </a:lvl1pPr>
          </a:lstStyle>
          <a:p>
            <a:r>
              <a:rPr lang="en-US" sz="800" dirty="0">
                <a:latin typeface="AvenirNext LT Com Regular" panose="020B0503020202020204" pitchFamily="34" charset="0"/>
                <a:cs typeface="Arial" panose="020B0604020202020204" pitchFamily="34" charset="0"/>
              </a:rPr>
              <a:t>© 2026 Capital Group. All rights reserved.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283199" y="8660247"/>
            <a:ext cx="1106967" cy="270623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200"/>
            </a:lvl1pPr>
          </a:lstStyle>
          <a:p>
            <a:fld id="{36A13049-6E6B-4E42-BAE6-B016CA40E06B}" type="slidenum">
              <a:rPr lang="en-US" sz="800">
                <a:latin typeface="AvenirNext LT Com Regular" panose="020B0503020202020204" pitchFamily="34" charset="0"/>
                <a:cs typeface="Arial" panose="020B0604020202020204" pitchFamily="34" charset="0"/>
              </a:rPr>
              <a:pPr/>
              <a:t>‹#›</a:t>
            </a:fld>
            <a:endParaRPr lang="en-US" sz="800" dirty="0">
              <a:latin typeface="AvenirNext LT Com Regular" panose="020B0503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7834" y="265815"/>
            <a:ext cx="5922334" cy="27699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en-US" sz="1800" dirty="0">
                <a:solidFill>
                  <a:schemeClr val="tx1"/>
                </a:solidFill>
                <a:latin typeface="AvenirNext LT Com Regular" panose="020B0503020202020204" pitchFamily="34" charset="0"/>
                <a:cs typeface="Arial" panose="020B0604020202020204" pitchFamily="34" charset="0"/>
              </a:rPr>
              <a:t>Presentation title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467834" y="652280"/>
            <a:ext cx="5922334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4428508"/>
      </p:ext>
    </p:extLst>
  </p:cSld>
  <p:clrMap bg1="lt1" tx1="dk1" bg2="lt2" tx2="dk2" accent1="accent1" accent2="accent2" accent3="accent3" accent4="accent4" accent5="accent5" accent6="accent6" hlink="hlink" folHlink="folHlink"/>
  <p:hf hdr="0" dt="0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Shape 665"/>
          <p:cNvSpPr>
            <a:spLocks noGrp="1" noRot="1" noChangeAspect="1"/>
          </p:cNvSpPr>
          <p:nvPr>
            <p:ph type="sldImg"/>
          </p:nvPr>
        </p:nvSpPr>
        <p:spPr>
          <a:xfrm>
            <a:off x="307976" y="914400"/>
            <a:ext cx="3655812" cy="2057400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  <a:effectLst>
            <a:outerShdw blurRad="50800" dist="38100" dir="2700000" algn="tl" rotWithShape="0">
              <a:prstClr val="black">
                <a:alpha val="25000"/>
              </a:prstClr>
            </a:outerShdw>
          </a:effectLst>
        </p:spPr>
        <p:txBody>
          <a:bodyPr/>
          <a:lstStyle/>
          <a:p>
            <a:endParaRPr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4"/>
          </p:nvPr>
        </p:nvSpPr>
        <p:spPr>
          <a:xfrm>
            <a:off x="343757" y="8718331"/>
            <a:ext cx="5087072" cy="21254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800" b="0" i="0">
                <a:latin typeface="AvenirNext LT Com Regular" panose="020B0503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© 2026 Capital Group. All rights reserved.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>
          <a:xfrm>
            <a:off x="5431692" y="8706339"/>
            <a:ext cx="1124557" cy="224532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lang="en-US" sz="800" b="0" i="0" smtClean="0">
                <a:latin typeface="AvenirNext LT Com Regular" panose="020B0503020202020204" pitchFamily="34" charset="0"/>
                <a:cs typeface="Arial" panose="020B0604020202020204" pitchFamily="34" charset="0"/>
              </a:defRPr>
            </a:lvl1pPr>
          </a:lstStyle>
          <a:p>
            <a:fld id="{313BF4A9-858F-4D59-9EF7-6963AF44619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04801" y="254346"/>
            <a:ext cx="6217920" cy="2462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AvenirNext LT Com Regular" panose="020B0503020202020204" pitchFamily="34" charset="0"/>
                <a:ea typeface="AvenirNext LT Com Regular"/>
                <a:cs typeface="Arial" panose="020B0604020202020204" pitchFamily="34" charset="0"/>
                <a:sym typeface="AvenirNext LT Com Regular"/>
              </a:rPr>
              <a:t>Presentation title</a:t>
            </a:r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C37428A4-3D2A-4F2E-851F-D9A6F8C61C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304800" y="3428999"/>
            <a:ext cx="6248400" cy="5257800"/>
          </a:xfrm>
          <a:prstGeom prst="rect">
            <a:avLst/>
          </a:prstGeo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/>
          <a:p>
            <a:pPr marL="216000" lvl="0" indent="-216000" algn="l" rtl="0">
              <a:lnSpc>
                <a:spcPct val="110000"/>
              </a:lnSpc>
              <a:spcAft>
                <a:spcPts val="800"/>
              </a:spcAft>
              <a:buSzPct val="110000"/>
              <a:buFont typeface="Wingdings" pitchFamily="2" charset="2"/>
              <a:buChar char="§"/>
            </a:pPr>
            <a:r>
              <a:rPr lang="en-US" dirty="0"/>
              <a:t>Click to edit Master text styles</a:t>
            </a:r>
          </a:p>
          <a:p>
            <a:pPr marL="432000" marR="0" lvl="1" indent="-216000" algn="l" defTabSz="2286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ClrTx/>
              <a:buSzTx/>
              <a:buFont typeface="Arial" panose="020B0604020202020204" pitchFamily="34" charset="0"/>
              <a:buChar char="–"/>
              <a:tabLst/>
            </a:pPr>
            <a:r>
              <a:rPr lang="en-US" dirty="0"/>
              <a:t>Second level</a:t>
            </a:r>
          </a:p>
          <a:p>
            <a:pPr marL="576000" marR="0" lvl="2" indent="-144000" algn="l" defTabSz="2286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350"/>
              </a:spcAft>
              <a:buClrTx/>
              <a:buSzTx/>
              <a:buFont typeface="AvenirNext LT Com Regular"/>
              <a:buChar char="•"/>
              <a:tabLst/>
            </a:pPr>
            <a:r>
              <a:rPr lang="en-US" dirty="0"/>
              <a:t>Third level</a:t>
            </a:r>
          </a:p>
        </p:txBody>
      </p:sp>
      <p:sp>
        <p:nvSpPr>
          <p:cNvPr id="7" name="Rectangle 10">
            <a:extLst>
              <a:ext uri="{FF2B5EF4-FFF2-40B4-BE49-F238E27FC236}">
                <a16:creationId xmlns:a16="http://schemas.microsoft.com/office/drawing/2014/main" id="{6B27B754-E3DC-4263-A381-2EF6222752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1752" y="546741"/>
            <a:ext cx="3383280" cy="2000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>
            <a:lvl1pPr defTabSz="962025">
              <a:defRPr>
                <a:solidFill>
                  <a:schemeClr val="tx1"/>
                </a:solidFill>
                <a:latin typeface="AvenirNext LT Com Regular" panose="020B0503020202020204" pitchFamily="34" charset="0"/>
                <a:cs typeface="Arial" panose="020B0604020202020204" pitchFamily="34" charset="0"/>
              </a:defRPr>
            </a:lvl1pPr>
            <a:lvl2pPr marL="742950" indent="-285750" defTabSz="962025">
              <a:defRPr>
                <a:solidFill>
                  <a:schemeClr val="tx1"/>
                </a:solidFill>
                <a:latin typeface="AvenirNext LT Com Regular" panose="020B0503020202020204" pitchFamily="34" charset="0"/>
                <a:cs typeface="Arial" panose="020B0604020202020204" pitchFamily="34" charset="0"/>
              </a:defRPr>
            </a:lvl2pPr>
            <a:lvl3pPr marL="1143000" indent="-228600" defTabSz="962025">
              <a:defRPr>
                <a:solidFill>
                  <a:schemeClr val="tx1"/>
                </a:solidFill>
                <a:latin typeface="AvenirNext LT Com Regular" panose="020B0503020202020204" pitchFamily="34" charset="0"/>
                <a:cs typeface="Arial" panose="020B0604020202020204" pitchFamily="34" charset="0"/>
              </a:defRPr>
            </a:lvl3pPr>
            <a:lvl4pPr marL="1600200" indent="-228600" defTabSz="962025">
              <a:defRPr>
                <a:solidFill>
                  <a:schemeClr val="tx1"/>
                </a:solidFill>
                <a:latin typeface="AvenirNext LT Com Regular" panose="020B0503020202020204" pitchFamily="34" charset="0"/>
                <a:cs typeface="Arial" panose="020B0604020202020204" pitchFamily="34" charset="0"/>
              </a:defRPr>
            </a:lvl4pPr>
            <a:lvl5pPr marL="2057400" indent="-228600" defTabSz="962025">
              <a:defRPr>
                <a:solidFill>
                  <a:schemeClr val="tx1"/>
                </a:solidFill>
                <a:latin typeface="AvenirNext LT Com Regular" panose="020B0503020202020204" pitchFamily="34" charset="0"/>
                <a:cs typeface="Arial" panose="020B0604020202020204" pitchFamily="34" charset="0"/>
              </a:defRPr>
            </a:lvl5pPr>
            <a:lvl6pPr marL="2514600" indent="-228600" defTabSz="9620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venirNext LT Com Regular" panose="020B0503020202020204" pitchFamily="34" charset="0"/>
                <a:cs typeface="Arial" panose="020B0604020202020204" pitchFamily="34" charset="0"/>
              </a:defRPr>
            </a:lvl6pPr>
            <a:lvl7pPr marL="2971800" indent="-228600" defTabSz="9620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venirNext LT Com Regular" panose="020B0503020202020204" pitchFamily="34" charset="0"/>
                <a:cs typeface="Arial" panose="020B0604020202020204" pitchFamily="34" charset="0"/>
              </a:defRPr>
            </a:lvl7pPr>
            <a:lvl8pPr marL="3429000" indent="-228600" defTabSz="9620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venirNext LT Com Regular" panose="020B0503020202020204" pitchFamily="34" charset="0"/>
                <a:cs typeface="Arial" panose="020B0604020202020204" pitchFamily="34" charset="0"/>
              </a:defRPr>
            </a:lvl8pPr>
            <a:lvl9pPr marL="3886200" indent="-228600" defTabSz="9620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venirNext LT Com Regular" panose="020B0503020202020204" pitchFamily="34" charset="0"/>
                <a:cs typeface="Arial" panose="020B0604020202020204" pitchFamily="34" charset="0"/>
              </a:defRPr>
            </a:lvl9pPr>
          </a:lstStyle>
          <a:p>
            <a:pPr algn="l" eaLnBrk="1" hangingPunct="1">
              <a:defRPr/>
            </a:pPr>
            <a:r>
              <a:rPr lang="en-US" altLang="en-US" sz="1300" b="0" i="0" dirty="0">
                <a:solidFill>
                  <a:schemeClr val="tx1"/>
                </a:solidFill>
                <a:latin typeface="AvenirNext LT Com Regular" panose="020B0503020202020204" pitchFamily="34" charset="0"/>
              </a:rPr>
              <a:t>Slide </a:t>
            </a:r>
            <a:fld id="{B44EDDEE-EE1D-49B5-A8DD-42474B6EA45C}" type="slidenum">
              <a:rPr lang="en-US" altLang="en-US" sz="1300" b="0" i="0" smtClean="0">
                <a:solidFill>
                  <a:schemeClr val="tx1"/>
                </a:solidFill>
                <a:latin typeface="AvenirNext LT Com Regular" panose="020B0503020202020204" pitchFamily="34" charset="0"/>
              </a:rPr>
              <a:pPr algn="l" eaLnBrk="1" hangingPunct="1">
                <a:defRPr/>
              </a:pPr>
              <a:t>‹#›</a:t>
            </a:fld>
            <a:endParaRPr lang="en-US" altLang="en-US" sz="1500" b="0" i="0" dirty="0">
              <a:solidFill>
                <a:schemeClr val="tx1"/>
              </a:solidFill>
              <a:latin typeface="AvenirNext LT Com Regular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1976928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115888" marR="0" indent="-115888" defTabSz="228600" eaLnBrk="1" fontAlgn="auto" latinLnBrk="0" hangingPunct="1">
      <a:lnSpc>
        <a:spcPct val="100000"/>
      </a:lnSpc>
      <a:spcBef>
        <a:spcPts val="0"/>
      </a:spcBef>
      <a:spcAft>
        <a:spcPts val="600"/>
      </a:spcAft>
      <a:buClrTx/>
      <a:buSzTx/>
      <a:buFont typeface="Arial" panose="020B0604020202020204" pitchFamily="34" charset="0"/>
      <a:buChar char="•"/>
      <a:tabLst/>
      <a:defRPr lang="en-US" sz="1100" b="0" i="0" u="none" strike="noStrike" cap="none" spc="0" baseline="0" dirty="0">
        <a:ln>
          <a:noFill/>
        </a:ln>
        <a:solidFill>
          <a:srgbClr val="000000"/>
        </a:solidFill>
        <a:uFillTx/>
        <a:latin typeface="AvenirNext LT Com Regular" panose="020B0503020202020204" pitchFamily="34" charset="0"/>
        <a:ea typeface="AvenirNext LT Com Regular" panose="020B0503020202020204" pitchFamily="34" charset="0"/>
        <a:cs typeface="Arial" panose="020B0604020202020204" pitchFamily="34" charset="0"/>
        <a:sym typeface="AvenirNext LT Com Regular"/>
      </a:defRPr>
    </a:lvl1pPr>
  </p:notesStyle>
  <p:extLst>
    <p:ext uri="{620B2872-D7B9-4A21-9093-7833F8D536E1}">
      <p15:sldGuideLst xmlns:p15="http://schemas.microsoft.com/office/powerpoint/2012/main">
        <p15:guide id="2" pos="2160" userDrawn="1">
          <p15:clr>
            <a:srgbClr val="F26B43"/>
          </p15:clr>
        </p15:guide>
        <p15:guide id="3" pos="192" userDrawn="1">
          <p15:clr>
            <a:srgbClr val="F26B43"/>
          </p15:clr>
        </p15:guide>
        <p15:guide id="4" pos="4128" userDrawn="1">
          <p15:clr>
            <a:srgbClr val="F26B43"/>
          </p15:clr>
        </p15:guide>
        <p15:guide id="5" orient="horz" pos="168" userDrawn="1">
          <p15:clr>
            <a:srgbClr val="F26B43"/>
          </p15:clr>
        </p15:guide>
        <p15:guide id="6" orient="horz" pos="2880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promise: this is the story of designing the full learning experience around the LTI workshop — and the system that lets the team run it for any workshop, in any market.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 — where this started: a strong workshop, and nothing around it.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LTI deck itself was strong — but it began and ended in the room. Nothing before, nothing after, no way to make it stick, no template for the next consultant.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pre/post materials existed, so the brief was the whole journey — full creative freedom, with the team's guidance shaping direction throughout.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2 — the design rests on named behavioural models, not a pile of assets. [Verbal credit here: conversations with the Chen En Singapore consultants and the international team shaped this synthesis.]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Adult-learning reality: Prisoners, Vacationers, Learners. Prisoners are inevitable — don't design for them. The Vacationers are the winnable middle: the pre-workshop layer exists to give them their own reason to care before they walk in. (Internal framing only — never used in adviser-facing copy.)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Fogg B=MAP shaped the pre-workshop setup; the atomic habit loop shaped the post-workshop layer. [Verbal credit: this synthesis came out of conversations with the Singapore consultants and the international team.]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four-box framework — Acknowledge, Perspective, Confidence, Opportunity — is the connective tissue. Every artifact the team will see, pre to post, is built on it.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3 — the build. One experience in three moments: before, during, after.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old 4-question form was rebuilt as a two-minute gut check. The ranking poll is the teaching moment: the room watches 'ask what's driving it' land last — then the framework flips it to first. Re-run the confidence poll at the end to show the shift.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Content didn't change — its shape did: four artifacts advisers can actually use — Tip Sheet, Advisor Talking Points, Steps for Success, Client-Facing Talking Points. [Verbal credit: the reframing was shaped with the Chen En Singapore consultants and the international team.]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post-workshop layer runs on the habit loop: a calendar cue, one client-ready action, one logged win. The Advisor Journey page makes progress visible — ring, streak, wins tally, one move at a time.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calendar tool is where the iteration is visible — ten real versions from v8 to v17. Three beats worth narrating: the first working shell, the touchpoint model built for two roles, and v17's self-contained exports, where one import restores everything.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judgement beat: the arc ran to 12 touchpoints; the calendar tool now ships with 3 — Day 0, Week 1, Month 1 — as its default journey, without losing the method. The sign-in gate came out the same way. [Verbal credit: team and consultant feedback drove both cuts.]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4 — the delivery problem. Told honestly: the failures here are why the ending can be trusted.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Physics first: a QR holds 2–3 KB; the calendar files run to hundreds. So the QR points somewhere — and the first pointer failed on iOS with 'Validation failed'. Underneath sat a real trilemma on internal hosting.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arc: an honest engineering failure (hand-written encoder), a validated interim tool, then the real ending — an M365-native flow: scan → Form → Power Automate → .ics emailed in ~30 seconds. Governed, no external hosting, with runbook and handover path.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Switch to live demo: put the real QR on screen and ask everyone to scan with their phones. While the calendars arrive (~30 seconds), walk through what the flow is doing behind the scenes.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5 — the peak of the story: the generalisation.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peak: not the LTI calendar tool, but the machine that builds calendar tools. Content designers generate one for any workshop; branding is locked; the consultant user guide is already written. The team owns infrastructure now.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Already travelling: Asia and Europe adaptations. And every piece is built for two users — designers who generate, consultants who use. [Verbal credit: the Singapore consultants and international team shaped the market adaptations.]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Business-impact lens: the journey is built once and reused in under a minute; delivery is automated at ~30 seconds per adviser; every export is on-brand independent of who runs it.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direct ask: adopt it as-is across LTI workshops. Close on the line — 'this is ready to use tomorrow' — and open for questions.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4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vr-BR Sapphire-Apr-titl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43BF85-9BCD-0993-052C-7F7B4F5F5153}"/>
              </a:ext>
            </a:extLst>
          </p:cNvPr>
          <p:cNvSpPr/>
          <p:nvPr userDrawn="1"/>
        </p:nvSpPr>
        <p:spPr>
          <a:xfrm>
            <a:off x="0" y="0"/>
            <a:ext cx="3058160" cy="6858000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40" tIns="91440" rIns="91440" bIns="91440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FillTx/>
              <a:latin typeface="AvenirNext LT Com Regular" panose="020B0503020202020204" pitchFamily="34" charset="0"/>
              <a:sym typeface="AvenirNext LT Com Regular"/>
            </a:endParaRPr>
          </a:p>
        </p:txBody>
      </p:sp>
      <p:grpSp>
        <p:nvGrpSpPr>
          <p:cNvPr id="32" name="Grid" hidden="1">
            <a:extLst>
              <a:ext uri="{FF2B5EF4-FFF2-40B4-BE49-F238E27FC236}">
                <a16:creationId xmlns:a16="http://schemas.microsoft.com/office/drawing/2014/main" id="{A7718BBF-BA44-D341-9B9B-D9B86336C4D0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A162ED-80C3-E566-2F53-53378E80EC4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8568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679FAB2C-9175-D23B-F6B2-31D2112F801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17136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EC7151B-9F47-D3BA-A841-A2F06A37C54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25695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E329D75-5C15-4A09-247C-CF1AE1ACBC5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34263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B9C7909-7B50-1DA1-D5A2-027CFE46122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4271665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7CAFAF8B-41B1-6259-FF73-87688A9EF15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5128465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166AD33-1B5F-6297-11BA-DB560E1BA07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59976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9568732-5D77-7A8D-693B-76A97840642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335200" y="0"/>
              <a:ext cx="0" cy="685800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CB8CCCB5-289F-C34C-73EB-9D98071258E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56800" y="0"/>
              <a:ext cx="0" cy="685800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sp>
        <p:nvSpPr>
          <p:cNvPr id="41" name="Text Placeholder 27">
            <a:extLst>
              <a:ext uri="{FF2B5EF4-FFF2-40B4-BE49-F238E27FC236}">
                <a16:creationId xmlns:a16="http://schemas.microsoft.com/office/drawing/2014/main" id="{D7BEC823-C298-AD4F-7871-6EC43DA7E90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31539" y="1472277"/>
            <a:ext cx="3991953" cy="180090"/>
          </a:xfrm>
          <a:ln w="12700">
            <a:miter lim="400000"/>
          </a:ln>
        </p:spPr>
        <p:txBody>
          <a:bodyPr wrap="square" lIns="0" tIns="0" rIns="0" bIns="0" anchor="b" anchorCtr="0">
            <a:noAutofit/>
          </a:bodyPr>
          <a:lstStyle>
            <a:lvl1pPr>
              <a:defRPr lang="en-GB" sz="1000" b="1" i="0" cap="all" spc="200" baseline="0" dirty="0">
                <a:solidFill>
                  <a:schemeClr val="accent2"/>
                </a:solidFill>
                <a:latin typeface="AvenirNext LT Com Medium" panose="020B0803020202020204" pitchFamily="34" charset="0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>
              <a:spcAft>
                <a:spcPts val="0"/>
              </a:spcAft>
            </a:pPr>
            <a:r>
              <a:rPr lang="en-US" dirty="0"/>
              <a:t>CLICK TO EDIT MASTER TEXT STYLES</a:t>
            </a:r>
            <a:endParaRPr lang="en-GB" dirty="0"/>
          </a:p>
        </p:txBody>
      </p:sp>
      <p:sp>
        <p:nvSpPr>
          <p:cNvPr id="42" name="Title">
            <a:extLst>
              <a:ext uri="{FF2B5EF4-FFF2-40B4-BE49-F238E27FC236}">
                <a16:creationId xmlns:a16="http://schemas.microsoft.com/office/drawing/2014/main" id="{9B085847-9C41-FC49-1A6A-F120747286A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30241" y="1831589"/>
            <a:ext cx="3992879" cy="1198631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95000"/>
              </a:lnSpc>
              <a:spcAft>
                <a:spcPts val="0"/>
              </a:spcAft>
              <a:defRPr sz="3600" b="1" dirty="0">
                <a:solidFill>
                  <a:srgbClr val="FFFFFF"/>
                </a:solidFill>
                <a:latin typeface="AvenirNext LT Com Medium" panose="020B0803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CA196BA8-9E37-DAE4-BB51-01320C83F0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730240" y="4360867"/>
            <a:ext cx="3992880" cy="1000760"/>
          </a:xfrm>
          <a:prstGeom prst="rect">
            <a:avLst/>
          </a:prstGeom>
          <a:ln w="12700">
            <a:miter lim="400000"/>
          </a:ln>
        </p:spPr>
        <p:txBody>
          <a:bodyPr wrap="square" lIns="0" tIns="0" rIns="0" bIns="0" anchor="b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476250" algn="l"/>
              </a:tabLst>
              <a:defRPr lang="en-US" sz="2400" b="1" i="0" dirty="0">
                <a:solidFill>
                  <a:schemeClr val="accent2"/>
                </a:solidFill>
                <a:latin typeface="AvenirNext LT Com Regular" panose="020B0503020202020204" pitchFamily="34" charset="0"/>
                <a:ea typeface="+mn-ea"/>
                <a:cs typeface="+mn-cs"/>
              </a:defRPr>
            </a:lvl1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/>
              <a:t>Click to edit Master text styles</a:t>
            </a:r>
          </a:p>
        </p:txBody>
      </p:sp>
      <p:sp>
        <p:nvSpPr>
          <p:cNvPr id="29" name="Text Placeholder 27">
            <a:extLst>
              <a:ext uri="{FF2B5EF4-FFF2-40B4-BE49-F238E27FC236}">
                <a16:creationId xmlns:a16="http://schemas.microsoft.com/office/drawing/2014/main" id="{0089AFAA-FBE9-1713-4CDE-3DFC85EA1E7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5303520"/>
            <a:ext cx="2085703" cy="1191895"/>
          </a:xfrm>
          <a:ln w="12700">
            <a:miter lim="400000"/>
          </a:ln>
        </p:spPr>
        <p:txBody>
          <a:bodyPr wrap="square" lIns="0" tIns="0" rIns="0" bIns="0" anchor="b" anchorCtr="0">
            <a:noAutofit/>
          </a:bodyPr>
          <a:lstStyle>
            <a:lvl1pPr hangingPunct="1">
              <a:lnSpc>
                <a:spcPct val="100000"/>
              </a:lnSpc>
              <a:spcAft>
                <a:spcPts val="300"/>
              </a:spcAft>
              <a:defRPr lang="en-GB" sz="800" b="0" i="0" dirty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hangingPunct="1"/>
            <a:r>
              <a:rPr lang="en-GB" sz="800" b="0" i="0" dirty="0">
                <a:solidFill>
                  <a:schemeClr val="tx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  <p:pic>
        <p:nvPicPr>
          <p:cNvPr id="5" name="CG Logo TM" hidden="1">
            <a:extLst>
              <a:ext uri="{FF2B5EF4-FFF2-40B4-BE49-F238E27FC236}">
                <a16:creationId xmlns:a16="http://schemas.microsoft.com/office/drawing/2014/main" id="{7ECC2379-1EDC-8D71-6B6B-A7395594A4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7251" y="5143426"/>
            <a:ext cx="940576" cy="853200"/>
          </a:xfrm>
          <a:prstGeom prst="rect">
            <a:avLst/>
          </a:prstGeom>
        </p:spPr>
      </p:pic>
      <p:grpSp>
        <p:nvGrpSpPr>
          <p:cNvPr id="7" name="Aperture">
            <a:extLst>
              <a:ext uri="{FF2B5EF4-FFF2-40B4-BE49-F238E27FC236}">
                <a16:creationId xmlns:a16="http://schemas.microsoft.com/office/drawing/2014/main" id="{5F760544-6194-69D0-0898-07E29871B1F3}"/>
              </a:ext>
            </a:extLst>
          </p:cNvPr>
          <p:cNvGrpSpPr/>
          <p:nvPr userDrawn="1"/>
        </p:nvGrpSpPr>
        <p:grpSpPr>
          <a:xfrm>
            <a:off x="2946400" y="0"/>
            <a:ext cx="9245600" cy="6858000"/>
            <a:chOff x="3952239" y="57969"/>
            <a:chExt cx="9245600" cy="6858000"/>
          </a:xfrm>
        </p:grpSpPr>
        <p:sp>
          <p:nvSpPr>
            <p:cNvPr id="12" name="Freeform: Shape 8">
              <a:extLst>
                <a:ext uri="{FF2B5EF4-FFF2-40B4-BE49-F238E27FC236}">
                  <a16:creationId xmlns:a16="http://schemas.microsoft.com/office/drawing/2014/main" id="{79128D62-E7AB-A43C-A2FF-3E7D1908AF02}"/>
                </a:ext>
              </a:extLst>
            </p:cNvPr>
            <p:cNvSpPr/>
            <p:nvPr userDrawn="1"/>
          </p:nvSpPr>
          <p:spPr>
            <a:xfrm>
              <a:off x="3952239" y="1168894"/>
              <a:ext cx="7110169" cy="5747075"/>
            </a:xfrm>
            <a:custGeom>
              <a:avLst/>
              <a:gdLst>
                <a:gd name="csX0" fmla="*/ 0 w 10843260"/>
                <a:gd name="csY0" fmla="*/ 0 h 5890260"/>
                <a:gd name="csX1" fmla="*/ 10843260 w 10843260"/>
                <a:gd name="csY1" fmla="*/ 0 h 5890260"/>
                <a:gd name="csX2" fmla="*/ 10843260 w 10843260"/>
                <a:gd name="csY2" fmla="*/ 5890260 h 58902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843260" h="5890260">
                  <a:moveTo>
                    <a:pt x="0" y="0"/>
                  </a:moveTo>
                  <a:lnTo>
                    <a:pt x="10843260" y="0"/>
                  </a:lnTo>
                  <a:lnTo>
                    <a:pt x="10843260" y="5890260"/>
                  </a:lnTo>
                </a:path>
              </a:pathLst>
            </a:custGeom>
            <a:noFill/>
            <a:ln w="139700" cap="flat">
              <a:solidFill>
                <a:schemeClr val="bg1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rtlCol="0" anchor="t" anchorCtr="0">
              <a:noAutofit/>
            </a:bodyPr>
            <a:lstStyle/>
            <a:p>
              <a:pPr algn="ctr"/>
              <a:endParaRPr lang="en-GB" b="0" i="0" dirty="0">
                <a:latin typeface="AvenirNext LT Com Regular" panose="020B0503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Freeform: Shape 9">
              <a:extLst>
                <a:ext uri="{FF2B5EF4-FFF2-40B4-BE49-F238E27FC236}">
                  <a16:creationId xmlns:a16="http://schemas.microsoft.com/office/drawing/2014/main" id="{31CC4329-4ED9-7086-4D63-E04568A6993B}"/>
                </a:ext>
              </a:extLst>
            </p:cNvPr>
            <p:cNvSpPr/>
            <p:nvPr userDrawn="1"/>
          </p:nvSpPr>
          <p:spPr>
            <a:xfrm>
              <a:off x="6430944" y="57969"/>
              <a:ext cx="6766895" cy="5741569"/>
            </a:xfrm>
            <a:custGeom>
              <a:avLst/>
              <a:gdLst>
                <a:gd name="csX0" fmla="*/ 0 w 8280400"/>
                <a:gd name="csY0" fmla="*/ 0 h 5842000"/>
                <a:gd name="csX1" fmla="*/ 0 w 8280400"/>
                <a:gd name="csY1" fmla="*/ 5842000 h 5842000"/>
                <a:gd name="csX2" fmla="*/ 8280400 w 8280400"/>
                <a:gd name="csY2" fmla="*/ 5842000 h 5842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8280400" h="5842000">
                  <a:moveTo>
                    <a:pt x="0" y="0"/>
                  </a:moveTo>
                  <a:lnTo>
                    <a:pt x="0" y="5842000"/>
                  </a:lnTo>
                  <a:lnTo>
                    <a:pt x="8280400" y="5842000"/>
                  </a:lnTo>
                </a:path>
              </a:pathLst>
            </a:custGeom>
            <a:noFill/>
            <a:ln w="139700" cap="flat">
              <a:solidFill>
                <a:schemeClr val="bg1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rtlCol="0" anchor="t" anchorCtr="0">
              <a:noAutofit/>
            </a:bodyPr>
            <a:lstStyle/>
            <a:p>
              <a:pPr lvl="0"/>
              <a:endParaRPr lang="en-GB" b="0" i="0" dirty="0">
                <a:latin typeface="AvenirNext LT Com Regular" panose="020B0503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6" name="CG Logo TM">
            <a:extLst>
              <a:ext uri="{FF2B5EF4-FFF2-40B4-BE49-F238E27FC236}">
                <a16:creationId xmlns:a16="http://schemas.microsoft.com/office/drawing/2014/main" id="{225DAC1C-26ED-AA27-030C-A7ED7E3A88E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462828"/>
            <a:ext cx="1188000" cy="1077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1906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vr-White-Apr Image-Sm Ap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id" hidden="1">
            <a:extLst>
              <a:ext uri="{FF2B5EF4-FFF2-40B4-BE49-F238E27FC236}">
                <a16:creationId xmlns:a16="http://schemas.microsoft.com/office/drawing/2014/main" id="{A7718BBF-BA44-D341-9B9B-D9B86336C4D0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A162ED-80C3-E566-2F53-53378E80EC4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8568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679FAB2C-9175-D23B-F6B2-31D2112F801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17136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EC7151B-9F47-D3BA-A841-A2F06A37C54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25695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E329D75-5C15-4A09-247C-CF1AE1ACBC5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34263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B9C7909-7B50-1DA1-D5A2-027CFE46122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4271665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7CAFAF8B-41B1-6259-FF73-87688A9EF15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5128465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166AD33-1B5F-6297-11BA-DB560E1BA07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59976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9568732-5D77-7A8D-693B-76A97840642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335200" y="0"/>
              <a:ext cx="0" cy="685800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CB8CCCB5-289F-C34C-73EB-9D98071258E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56800" y="0"/>
              <a:ext cx="0" cy="685800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sp>
        <p:nvSpPr>
          <p:cNvPr id="41" name="Text Placeholder 27">
            <a:extLst>
              <a:ext uri="{FF2B5EF4-FFF2-40B4-BE49-F238E27FC236}">
                <a16:creationId xmlns:a16="http://schemas.microsoft.com/office/drawing/2014/main" id="{D7BEC823-C298-AD4F-7871-6EC43DA7E90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8484" y="2286000"/>
            <a:ext cx="5740655" cy="184666"/>
          </a:xfrm>
          <a:ln w="12700">
            <a:miter lim="400000"/>
          </a:ln>
        </p:spPr>
        <p:txBody>
          <a:bodyPr wrap="square" lIns="0" tIns="0" rIns="0" bIns="0" anchor="b" anchorCtr="0">
            <a:noAutofit/>
          </a:bodyPr>
          <a:lstStyle>
            <a:lvl1pPr>
              <a:defRPr lang="en-GB" sz="1000" b="1" i="0" cap="all" spc="200" baseline="0" dirty="0">
                <a:solidFill>
                  <a:schemeClr val="bg2"/>
                </a:solidFill>
                <a:latin typeface="AvenirNext LT Com Medium" panose="020B0803020202020204" pitchFamily="34" charset="0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>
              <a:spcAft>
                <a:spcPts val="0"/>
              </a:spcAft>
            </a:pPr>
            <a:r>
              <a:rPr lang="en-US" dirty="0"/>
              <a:t>CLICK TO EDIT MASTER TEXT STYLES</a:t>
            </a:r>
            <a:endParaRPr lang="en-GB" dirty="0"/>
          </a:p>
        </p:txBody>
      </p:sp>
      <p:sp>
        <p:nvSpPr>
          <p:cNvPr id="42" name="Title">
            <a:extLst>
              <a:ext uri="{FF2B5EF4-FFF2-40B4-BE49-F238E27FC236}">
                <a16:creationId xmlns:a16="http://schemas.microsoft.com/office/drawing/2014/main" id="{9B085847-9C41-FC49-1A6A-F120747286A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1" y="2619433"/>
            <a:ext cx="5741987" cy="1364738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90000"/>
              </a:lnSpc>
              <a:spcAft>
                <a:spcPts val="0"/>
              </a:spcAft>
              <a:defRPr sz="3600" b="1" dirty="0">
                <a:solidFill>
                  <a:schemeClr val="tx1"/>
                </a:solidFill>
                <a:latin typeface="AvenirNext LT Com Medium" panose="020B0803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  <a:endParaRPr/>
          </a:p>
        </p:txBody>
      </p:sp>
      <p:grpSp>
        <p:nvGrpSpPr>
          <p:cNvPr id="8" name="Aperture">
            <a:extLst>
              <a:ext uri="{FF2B5EF4-FFF2-40B4-BE49-F238E27FC236}">
                <a16:creationId xmlns:a16="http://schemas.microsoft.com/office/drawing/2014/main" id="{50C01B64-0EF6-AEC0-24AE-78AF52639D6D}"/>
              </a:ext>
            </a:extLst>
          </p:cNvPr>
          <p:cNvGrpSpPr/>
          <p:nvPr userDrawn="1"/>
        </p:nvGrpSpPr>
        <p:grpSpPr>
          <a:xfrm>
            <a:off x="0" y="0"/>
            <a:ext cx="12192000" cy="6852976"/>
            <a:chOff x="-3704283" y="-1388181"/>
            <a:chExt cx="17362284" cy="9759132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7B047F0-E182-019C-5EB7-FCEBBA1E6054}"/>
                </a:ext>
              </a:extLst>
            </p:cNvPr>
            <p:cNvSpPr/>
            <p:nvPr userDrawn="1"/>
          </p:nvSpPr>
          <p:spPr>
            <a:xfrm>
              <a:off x="-3704283" y="1171267"/>
              <a:ext cx="14773000" cy="7199684"/>
            </a:xfrm>
            <a:custGeom>
              <a:avLst/>
              <a:gdLst>
                <a:gd name="csX0" fmla="*/ 0 w 10843260"/>
                <a:gd name="csY0" fmla="*/ 0 h 5890260"/>
                <a:gd name="csX1" fmla="*/ 10843260 w 10843260"/>
                <a:gd name="csY1" fmla="*/ 0 h 5890260"/>
                <a:gd name="csX2" fmla="*/ 10843260 w 10843260"/>
                <a:gd name="csY2" fmla="*/ 5890260 h 58902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843260" h="5890260">
                  <a:moveTo>
                    <a:pt x="0" y="0"/>
                  </a:moveTo>
                  <a:lnTo>
                    <a:pt x="10843260" y="0"/>
                  </a:lnTo>
                  <a:lnTo>
                    <a:pt x="10843260" y="5890260"/>
                  </a:lnTo>
                </a:path>
              </a:pathLst>
            </a:custGeom>
            <a:noFill/>
            <a:ln w="139700" cap="flat">
              <a:solidFill>
                <a:schemeClr val="bg2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rtlCol="0" anchor="t" anchorCtr="0">
              <a:noAutofit/>
            </a:bodyPr>
            <a:lstStyle/>
            <a:p>
              <a:pPr algn="ctr"/>
              <a:endParaRPr lang="en-GB" b="0" i="0" dirty="0">
                <a:latin typeface="AvenirNext LT Com Regular" panose="020B0503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F168E1D9-7C87-52E3-6CBA-FFB3A93A28DE}"/>
                </a:ext>
              </a:extLst>
            </p:cNvPr>
            <p:cNvSpPr/>
            <p:nvPr userDrawn="1"/>
          </p:nvSpPr>
          <p:spPr>
            <a:xfrm>
              <a:off x="6404456" y="-1388181"/>
              <a:ext cx="7253545" cy="7214968"/>
            </a:xfrm>
            <a:custGeom>
              <a:avLst/>
              <a:gdLst>
                <a:gd name="csX0" fmla="*/ 0 w 8280400"/>
                <a:gd name="csY0" fmla="*/ 0 h 5842000"/>
                <a:gd name="csX1" fmla="*/ 0 w 8280400"/>
                <a:gd name="csY1" fmla="*/ 5842000 h 5842000"/>
                <a:gd name="csX2" fmla="*/ 8280400 w 8280400"/>
                <a:gd name="csY2" fmla="*/ 5842000 h 5842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8280400" h="5842000">
                  <a:moveTo>
                    <a:pt x="0" y="0"/>
                  </a:moveTo>
                  <a:lnTo>
                    <a:pt x="0" y="5842000"/>
                  </a:lnTo>
                  <a:lnTo>
                    <a:pt x="8280400" y="5842000"/>
                  </a:lnTo>
                </a:path>
              </a:pathLst>
            </a:custGeom>
            <a:noFill/>
            <a:ln w="139700" cap="flat">
              <a:solidFill>
                <a:schemeClr val="bg2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rtlCol="0" anchor="t" anchorCtr="0">
              <a:noAutofit/>
            </a:bodyPr>
            <a:lstStyle/>
            <a:p>
              <a:pPr lvl="0"/>
              <a:endParaRPr lang="en-GB" b="0" i="0" dirty="0">
                <a:latin typeface="AvenirNext LT Com Regular" panose="020B0503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" name="Subtitle">
            <a:extLst>
              <a:ext uri="{FF2B5EF4-FFF2-40B4-BE49-F238E27FC236}">
                <a16:creationId xmlns:a16="http://schemas.microsoft.com/office/drawing/2014/main" id="{CA196BA8-9E37-DAE4-BB51-01320C83F0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3994221"/>
            <a:ext cx="5741988" cy="577779"/>
          </a:xfrm>
          <a:prstGeom prst="rect">
            <a:avLst/>
          </a:prstGeo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476250" algn="l"/>
              </a:tabLst>
              <a:defRPr lang="en-US" sz="2400" b="1" i="0" dirty="0">
                <a:solidFill>
                  <a:schemeClr val="bg2"/>
                </a:solidFill>
                <a:latin typeface="AvenirNext LT Com Regular" panose="020B0503020202020204" pitchFamily="34" charset="0"/>
                <a:ea typeface="+mn-ea"/>
                <a:cs typeface="+mn-cs"/>
              </a:defRPr>
            </a:lvl1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/>
              <a:t>Click to edit Master text styles</a:t>
            </a:r>
          </a:p>
        </p:txBody>
      </p:sp>
      <p:sp>
        <p:nvSpPr>
          <p:cNvPr id="29" name="Text Placeholder 27">
            <a:extLst>
              <a:ext uri="{FF2B5EF4-FFF2-40B4-BE49-F238E27FC236}">
                <a16:creationId xmlns:a16="http://schemas.microsoft.com/office/drawing/2014/main" id="{0089AFAA-FBE9-1713-4CDE-3DFC85EA1E7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199" y="5953125"/>
            <a:ext cx="5486400" cy="548640"/>
          </a:xfrm>
          <a:ln w="12700">
            <a:miter lim="400000"/>
          </a:ln>
        </p:spPr>
        <p:txBody>
          <a:bodyPr wrap="square" lIns="0" tIns="0" rIns="0" bIns="0" anchor="b" anchorCtr="0">
            <a:noAutofit/>
          </a:bodyPr>
          <a:lstStyle>
            <a:lvl1pPr hangingPunct="1">
              <a:lnSpc>
                <a:spcPct val="100000"/>
              </a:lnSpc>
              <a:spcAft>
                <a:spcPts val="300"/>
              </a:spcAft>
              <a:defRPr lang="en-GB" sz="800" b="0" i="0" dirty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hangingPunct="1"/>
            <a:r>
              <a:rPr lang="en-GB" sz="800" b="0" i="0" dirty="0">
                <a:solidFill>
                  <a:schemeClr val="tx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  <p:pic>
        <p:nvPicPr>
          <p:cNvPr id="5" name="CG Logo TM" hidden="1">
            <a:extLst>
              <a:ext uri="{FF2B5EF4-FFF2-40B4-BE49-F238E27FC236}">
                <a16:creationId xmlns:a16="http://schemas.microsoft.com/office/drawing/2014/main" id="{7ECC2379-1EDC-8D71-6B6B-A7395594A4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7251" y="5143426"/>
            <a:ext cx="940576" cy="853200"/>
          </a:xfrm>
          <a:prstGeom prst="rect">
            <a:avLst/>
          </a:prstGeom>
        </p:spPr>
      </p:pic>
      <p:sp>
        <p:nvSpPr>
          <p:cNvPr id="40" name="Online Image Placeholder 39">
            <a:extLst>
              <a:ext uri="{FF2B5EF4-FFF2-40B4-BE49-F238E27FC236}">
                <a16:creationId xmlns:a16="http://schemas.microsoft.com/office/drawing/2014/main" id="{191DC35F-955A-1B52-0473-FF7D4768FD6B}"/>
              </a:ext>
            </a:extLst>
          </p:cNvPr>
          <p:cNvSpPr>
            <a:spLocks noGrp="1" noChangeAspect="1"/>
          </p:cNvSpPr>
          <p:nvPr>
            <p:ph type="clipArt" sz="quarter" idx="18"/>
          </p:nvPr>
        </p:nvSpPr>
        <p:spPr>
          <a:xfrm>
            <a:off x="7171260" y="1865374"/>
            <a:ext cx="3136392" cy="3136393"/>
          </a:xfrm>
        </p:spPr>
        <p:txBody>
          <a:bodyPr/>
          <a:lstStyle/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ext Placeholder 27">
            <a:extLst>
              <a:ext uri="{FF2B5EF4-FFF2-40B4-BE49-F238E27FC236}">
                <a16:creationId xmlns:a16="http://schemas.microsoft.com/office/drawing/2014/main" id="{1AE01D95-7693-B1EF-965C-BAC71718ACB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57200" y="4719044"/>
            <a:ext cx="2085703" cy="272686"/>
          </a:xfrm>
          <a:ln w="12700">
            <a:miter lim="400000"/>
          </a:ln>
        </p:spPr>
        <p:txBody>
          <a:bodyPr wrap="square" lIns="0" tIns="0" rIns="0" bIns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defRPr lang="en-GB" sz="1100" dirty="0">
                <a:solidFill>
                  <a:schemeClr val="tx1"/>
                </a:solidFill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GB" dirty="0"/>
          </a:p>
        </p:txBody>
      </p:sp>
      <p:pic>
        <p:nvPicPr>
          <p:cNvPr id="6" name="CG Logo TM">
            <a:extLst>
              <a:ext uri="{FF2B5EF4-FFF2-40B4-BE49-F238E27FC236}">
                <a16:creationId xmlns:a16="http://schemas.microsoft.com/office/drawing/2014/main" id="{47CE0F52-09DD-6F83-2D80-48E96EDA5F8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457200"/>
            <a:ext cx="943200" cy="855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209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vr-BR Sapphire-Apr Image-Sm Ap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nline Image Placeholder 39">
            <a:extLst>
              <a:ext uri="{FF2B5EF4-FFF2-40B4-BE49-F238E27FC236}">
                <a16:creationId xmlns:a16="http://schemas.microsoft.com/office/drawing/2014/main" id="{AE549A4B-F180-01A5-75A1-08EF1562B7A4}"/>
              </a:ext>
            </a:extLst>
          </p:cNvPr>
          <p:cNvSpPr>
            <a:spLocks noGrp="1" noChangeAspect="1"/>
          </p:cNvSpPr>
          <p:nvPr>
            <p:ph type="clipArt" sz="quarter" idx="18"/>
          </p:nvPr>
        </p:nvSpPr>
        <p:spPr>
          <a:xfrm>
            <a:off x="7171260" y="1865374"/>
            <a:ext cx="3136392" cy="3136393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grpSp>
        <p:nvGrpSpPr>
          <p:cNvPr id="32" name="Grid" hidden="1">
            <a:extLst>
              <a:ext uri="{FF2B5EF4-FFF2-40B4-BE49-F238E27FC236}">
                <a16:creationId xmlns:a16="http://schemas.microsoft.com/office/drawing/2014/main" id="{A7718BBF-BA44-D341-9B9B-D9B86336C4D0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A162ED-80C3-E566-2F53-53378E80EC4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8568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679FAB2C-9175-D23B-F6B2-31D2112F801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17136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EC7151B-9F47-D3BA-A841-A2F06A37C54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25695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E329D75-5C15-4A09-247C-CF1AE1ACBC5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34263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B9C7909-7B50-1DA1-D5A2-027CFE46122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4271665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7CAFAF8B-41B1-6259-FF73-87688A9EF15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5128465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166AD33-1B5F-6297-11BA-DB560E1BA07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59976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9568732-5D77-7A8D-693B-76A97840642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335200" y="0"/>
              <a:ext cx="0" cy="685800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CB8CCCB5-289F-C34C-73EB-9D98071258E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56800" y="0"/>
              <a:ext cx="0" cy="685800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sp>
        <p:nvSpPr>
          <p:cNvPr id="41" name="Text Placeholder 27">
            <a:extLst>
              <a:ext uri="{FF2B5EF4-FFF2-40B4-BE49-F238E27FC236}">
                <a16:creationId xmlns:a16="http://schemas.microsoft.com/office/drawing/2014/main" id="{D7BEC823-C298-AD4F-7871-6EC43DA7E90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8484" y="2286000"/>
            <a:ext cx="5740655" cy="184666"/>
          </a:xfrm>
          <a:ln w="12700">
            <a:miter lim="400000"/>
          </a:ln>
        </p:spPr>
        <p:txBody>
          <a:bodyPr wrap="square" lIns="0" tIns="0" rIns="0" bIns="0" anchor="b" anchorCtr="0">
            <a:noAutofit/>
          </a:bodyPr>
          <a:lstStyle>
            <a:lvl1pPr>
              <a:defRPr lang="en-GB" sz="1000" b="1" i="0" cap="all" spc="200" baseline="0" dirty="0">
                <a:solidFill>
                  <a:schemeClr val="bg1"/>
                </a:solidFill>
                <a:latin typeface="AvenirNext LT Com Medium" panose="020B0803020202020204" pitchFamily="34" charset="0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>
              <a:spcAft>
                <a:spcPts val="0"/>
              </a:spcAft>
            </a:pPr>
            <a:r>
              <a:rPr lang="en-US" dirty="0"/>
              <a:t>CLICK TO EDIT MASTER TEXT STYLES</a:t>
            </a:r>
            <a:endParaRPr lang="en-GB" dirty="0"/>
          </a:p>
        </p:txBody>
      </p:sp>
      <p:sp>
        <p:nvSpPr>
          <p:cNvPr id="42" name="Title">
            <a:extLst>
              <a:ext uri="{FF2B5EF4-FFF2-40B4-BE49-F238E27FC236}">
                <a16:creationId xmlns:a16="http://schemas.microsoft.com/office/drawing/2014/main" id="{9B085847-9C41-FC49-1A6A-F120747286A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1" y="2619433"/>
            <a:ext cx="5741987" cy="1364738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90000"/>
              </a:lnSpc>
              <a:spcAft>
                <a:spcPts val="0"/>
              </a:spcAft>
              <a:defRPr sz="3600" b="1" dirty="0">
                <a:solidFill>
                  <a:schemeClr val="bg1"/>
                </a:solidFill>
                <a:latin typeface="AvenirNext LT Com Medium" panose="020B0803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  <a:endParaRPr/>
          </a:p>
        </p:txBody>
      </p:sp>
      <p:grpSp>
        <p:nvGrpSpPr>
          <p:cNvPr id="8" name="Aperture">
            <a:extLst>
              <a:ext uri="{FF2B5EF4-FFF2-40B4-BE49-F238E27FC236}">
                <a16:creationId xmlns:a16="http://schemas.microsoft.com/office/drawing/2014/main" id="{50C01B64-0EF6-AEC0-24AE-78AF52639D6D}"/>
              </a:ext>
            </a:extLst>
          </p:cNvPr>
          <p:cNvGrpSpPr/>
          <p:nvPr userDrawn="1"/>
        </p:nvGrpSpPr>
        <p:grpSpPr>
          <a:xfrm>
            <a:off x="0" y="0"/>
            <a:ext cx="12192000" cy="6852976"/>
            <a:chOff x="-3704283" y="-1388181"/>
            <a:chExt cx="17362284" cy="9759132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7B047F0-E182-019C-5EB7-FCEBBA1E6054}"/>
                </a:ext>
              </a:extLst>
            </p:cNvPr>
            <p:cNvSpPr/>
            <p:nvPr userDrawn="1"/>
          </p:nvSpPr>
          <p:spPr>
            <a:xfrm>
              <a:off x="-3704283" y="1171267"/>
              <a:ext cx="14773000" cy="7199684"/>
            </a:xfrm>
            <a:custGeom>
              <a:avLst/>
              <a:gdLst>
                <a:gd name="csX0" fmla="*/ 0 w 10843260"/>
                <a:gd name="csY0" fmla="*/ 0 h 5890260"/>
                <a:gd name="csX1" fmla="*/ 10843260 w 10843260"/>
                <a:gd name="csY1" fmla="*/ 0 h 5890260"/>
                <a:gd name="csX2" fmla="*/ 10843260 w 10843260"/>
                <a:gd name="csY2" fmla="*/ 5890260 h 58902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843260" h="5890260">
                  <a:moveTo>
                    <a:pt x="0" y="0"/>
                  </a:moveTo>
                  <a:lnTo>
                    <a:pt x="10843260" y="0"/>
                  </a:lnTo>
                  <a:lnTo>
                    <a:pt x="10843260" y="5890260"/>
                  </a:lnTo>
                </a:path>
              </a:pathLst>
            </a:custGeom>
            <a:noFill/>
            <a:ln w="139700" cap="flat">
              <a:solidFill>
                <a:schemeClr val="bg1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rtlCol="0" anchor="t" anchorCtr="0">
              <a:noAutofit/>
            </a:bodyPr>
            <a:lstStyle/>
            <a:p>
              <a:pPr algn="ctr"/>
              <a:endParaRPr lang="en-GB" b="0" i="0" dirty="0">
                <a:latin typeface="AvenirNext LT Com Regular" panose="020B0503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F168E1D9-7C87-52E3-6CBA-FFB3A93A28DE}"/>
                </a:ext>
              </a:extLst>
            </p:cNvPr>
            <p:cNvSpPr/>
            <p:nvPr userDrawn="1"/>
          </p:nvSpPr>
          <p:spPr>
            <a:xfrm>
              <a:off x="6404456" y="-1388181"/>
              <a:ext cx="7253545" cy="7214968"/>
            </a:xfrm>
            <a:custGeom>
              <a:avLst/>
              <a:gdLst>
                <a:gd name="csX0" fmla="*/ 0 w 8280400"/>
                <a:gd name="csY0" fmla="*/ 0 h 5842000"/>
                <a:gd name="csX1" fmla="*/ 0 w 8280400"/>
                <a:gd name="csY1" fmla="*/ 5842000 h 5842000"/>
                <a:gd name="csX2" fmla="*/ 8280400 w 8280400"/>
                <a:gd name="csY2" fmla="*/ 5842000 h 5842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8280400" h="5842000">
                  <a:moveTo>
                    <a:pt x="0" y="0"/>
                  </a:moveTo>
                  <a:lnTo>
                    <a:pt x="0" y="5842000"/>
                  </a:lnTo>
                  <a:lnTo>
                    <a:pt x="8280400" y="5842000"/>
                  </a:lnTo>
                </a:path>
              </a:pathLst>
            </a:custGeom>
            <a:noFill/>
            <a:ln w="139700" cap="flat">
              <a:solidFill>
                <a:schemeClr val="bg1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rtlCol="0" anchor="t" anchorCtr="0">
              <a:noAutofit/>
            </a:bodyPr>
            <a:lstStyle/>
            <a:p>
              <a:pPr lvl="0"/>
              <a:endParaRPr lang="en-GB" b="0" i="0" dirty="0">
                <a:latin typeface="AvenirNext LT Com Regular" panose="020B0503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" name="Subtitle">
            <a:extLst>
              <a:ext uri="{FF2B5EF4-FFF2-40B4-BE49-F238E27FC236}">
                <a16:creationId xmlns:a16="http://schemas.microsoft.com/office/drawing/2014/main" id="{CA196BA8-9E37-DAE4-BB51-01320C83F0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3994221"/>
            <a:ext cx="5741988" cy="577779"/>
          </a:xfrm>
          <a:prstGeom prst="rect">
            <a:avLst/>
          </a:prstGeo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476250" algn="l"/>
              </a:tabLst>
              <a:defRPr lang="en-US" sz="2400" b="1" i="0" dirty="0">
                <a:solidFill>
                  <a:schemeClr val="bg1"/>
                </a:solidFill>
                <a:latin typeface="AvenirNext LT Com Regular" panose="020B0503020202020204" pitchFamily="34" charset="0"/>
                <a:ea typeface="+mn-ea"/>
                <a:cs typeface="+mn-cs"/>
              </a:defRPr>
            </a:lvl1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/>
              <a:t>Click to edit Master text styles</a:t>
            </a:r>
          </a:p>
        </p:txBody>
      </p:sp>
      <p:pic>
        <p:nvPicPr>
          <p:cNvPr id="5" name="CG Logo TM" hidden="1">
            <a:extLst>
              <a:ext uri="{FF2B5EF4-FFF2-40B4-BE49-F238E27FC236}">
                <a16:creationId xmlns:a16="http://schemas.microsoft.com/office/drawing/2014/main" id="{7ECC2379-1EDC-8D71-6B6B-A7395594A4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7251" y="5143426"/>
            <a:ext cx="940576" cy="853200"/>
          </a:xfrm>
          <a:prstGeom prst="rect">
            <a:avLst/>
          </a:prstGeom>
        </p:spPr>
      </p:pic>
      <p:sp>
        <p:nvSpPr>
          <p:cNvPr id="2" name="Text Placeholder 27">
            <a:extLst>
              <a:ext uri="{FF2B5EF4-FFF2-40B4-BE49-F238E27FC236}">
                <a16:creationId xmlns:a16="http://schemas.microsoft.com/office/drawing/2014/main" id="{1AE01D95-7693-B1EF-965C-BAC71718ACB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57200" y="4719044"/>
            <a:ext cx="2085703" cy="272686"/>
          </a:xfrm>
          <a:ln w="12700">
            <a:miter lim="400000"/>
          </a:ln>
        </p:spPr>
        <p:txBody>
          <a:bodyPr wrap="square" lIns="0" tIns="0" rIns="0" bIns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defRPr lang="en-GB" sz="1100" dirty="0">
                <a:solidFill>
                  <a:schemeClr val="bg1"/>
                </a:solidFill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GB" dirty="0"/>
          </a:p>
        </p:txBody>
      </p:sp>
      <p:pic>
        <p:nvPicPr>
          <p:cNvPr id="12" name="CG Logo TM">
            <a:extLst>
              <a:ext uri="{FF2B5EF4-FFF2-40B4-BE49-F238E27FC236}">
                <a16:creationId xmlns:a16="http://schemas.microsoft.com/office/drawing/2014/main" id="{880A1714-AAE8-10EE-BCDB-EE54648248CF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452084"/>
            <a:ext cx="943200" cy="855580"/>
          </a:xfrm>
          <a:prstGeom prst="rect">
            <a:avLst/>
          </a:prstGeom>
        </p:spPr>
      </p:pic>
      <p:sp>
        <p:nvSpPr>
          <p:cNvPr id="13" name="CG Folio">
            <a:extLst>
              <a:ext uri="{FF2B5EF4-FFF2-40B4-BE49-F238E27FC236}">
                <a16:creationId xmlns:a16="http://schemas.microsoft.com/office/drawing/2014/main" id="{31630438-0BBB-70AC-ED23-8FCE34526501}"/>
              </a:ext>
            </a:extLst>
          </p:cNvPr>
          <p:cNvSpPr txBox="1">
            <a:spLocks/>
          </p:cNvSpPr>
          <p:nvPr userDrawn="1"/>
        </p:nvSpPr>
        <p:spPr>
          <a:xfrm>
            <a:off x="457198" y="6309360"/>
            <a:ext cx="5529265" cy="18288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bg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</p:spTree>
    <p:extLst>
      <p:ext uri="{BB962C8B-B14F-4D97-AF65-F5344CB8AC3E}">
        <p14:creationId xmlns:p14="http://schemas.microsoft.com/office/powerpoint/2010/main" val="1465398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_3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(Black)"/>
          <p:cNvSpPr>
            <a:spLocks noGrp="1" noRot="1" noMove="1" noResize="1" noEditPoints="1" noAdjustHandles="1" noChangeArrowheads="1" noChangeShapeType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3081528" cy="6858000"/>
          </a:xfrm>
          <a:solidFill>
            <a:schemeClr val="tx2"/>
          </a:solidFill>
        </p:spPr>
        <p:txBody>
          <a:bodyPr wrap="square" lIns="457200" tIns="1005840" rIns="411480" bIns="914400" anchor="t" anchorCtr="0">
            <a:noAutofit/>
          </a:bodyPr>
          <a:lstStyle>
            <a:lvl1pPr>
              <a:defRPr sz="3600" b="1" i="0">
                <a:solidFill>
                  <a:schemeClr val="bg1"/>
                </a:solidFill>
                <a:latin typeface="AvenirNext LT Com Medium" panose="020B0803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683EF6F8-E67D-AC33-2F2B-3B12AC6611E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330575" y="1028700"/>
            <a:ext cx="7670800" cy="369012"/>
          </a:xfrm>
        </p:spPr>
        <p:txBody>
          <a:bodyPr wrap="square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venirNext LT Com Medium" panose="020B0803020202020204" pitchFamily="34" charset="0"/>
              <a:buNone/>
              <a:tabLst/>
              <a:defRPr sz="2400" b="1" i="0" baseline="0">
                <a:solidFill>
                  <a:schemeClr val="bg2"/>
                </a:solidFill>
                <a:latin typeface="AvenirNext LT Com Medium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Char char="•"/>
              <a:defRPr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EA65F3D5-803B-DA98-EC19-DE4C05B326C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30575" y="1485900"/>
            <a:ext cx="7670800" cy="245965"/>
          </a:xfrm>
        </p:spPr>
        <p:txBody>
          <a:bodyPr wrap="square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venirNext LT Com Medium" panose="020B0803020202020204" pitchFamily="34" charset="0"/>
              <a:buNone/>
              <a:tabLst/>
              <a:defRPr sz="1600" b="1" i="0" baseline="0"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Char char="•"/>
              <a:defRPr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Body">
            <a:extLst>
              <a:ext uri="{FF2B5EF4-FFF2-40B4-BE49-F238E27FC236}">
                <a16:creationId xmlns:a16="http://schemas.microsoft.com/office/drawing/2014/main" id="{1519ED1E-062F-8DFF-99C0-F63DD52E905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330575" y="2282711"/>
            <a:ext cx="7670800" cy="369012"/>
          </a:xfrm>
        </p:spPr>
        <p:txBody>
          <a:bodyPr wrap="square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venirNext LT Com Medium" panose="020B0803020202020204" pitchFamily="34" charset="0"/>
              <a:buNone/>
              <a:tabLst/>
              <a:defRPr sz="2400" b="1" i="0" baseline="0">
                <a:solidFill>
                  <a:schemeClr val="bg2"/>
                </a:solidFill>
                <a:latin typeface="AvenirNext LT Com Medium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Char char="•"/>
              <a:defRPr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Body">
            <a:extLst>
              <a:ext uri="{FF2B5EF4-FFF2-40B4-BE49-F238E27FC236}">
                <a16:creationId xmlns:a16="http://schemas.microsoft.com/office/drawing/2014/main" id="{79BF0109-E535-576A-4A5F-15105FBF529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330575" y="2743875"/>
            <a:ext cx="7670800" cy="245965"/>
          </a:xfrm>
        </p:spPr>
        <p:txBody>
          <a:bodyPr wrap="square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venirNext LT Com Medium" panose="020B0803020202020204" pitchFamily="34" charset="0"/>
              <a:buNone/>
              <a:tabLst/>
              <a:defRPr sz="1600" b="1" i="0" baseline="0"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Char char="•"/>
              <a:defRPr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Body">
            <a:extLst>
              <a:ext uri="{FF2B5EF4-FFF2-40B4-BE49-F238E27FC236}">
                <a16:creationId xmlns:a16="http://schemas.microsoft.com/office/drawing/2014/main" id="{77B587C3-EB98-6569-8A1D-031F138CCDD2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330575" y="3547901"/>
            <a:ext cx="7670800" cy="369012"/>
          </a:xfrm>
        </p:spPr>
        <p:txBody>
          <a:bodyPr wrap="square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venirNext LT Com Medium" panose="020B0803020202020204" pitchFamily="34" charset="0"/>
              <a:buNone/>
              <a:tabLst/>
              <a:defRPr sz="2400" b="1" i="0" baseline="0">
                <a:solidFill>
                  <a:schemeClr val="bg2"/>
                </a:solidFill>
                <a:latin typeface="AvenirNext LT Com Medium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Char char="•"/>
              <a:defRPr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Body">
            <a:extLst>
              <a:ext uri="{FF2B5EF4-FFF2-40B4-BE49-F238E27FC236}">
                <a16:creationId xmlns:a16="http://schemas.microsoft.com/office/drawing/2014/main" id="{63AA1D3C-9D06-FF09-BB38-E02FD767EB5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330575" y="4012357"/>
            <a:ext cx="7670800" cy="245965"/>
          </a:xfrm>
        </p:spPr>
        <p:txBody>
          <a:bodyPr wrap="square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venirNext LT Com Medium" panose="020B0803020202020204" pitchFamily="34" charset="0"/>
              <a:buNone/>
              <a:tabLst/>
              <a:defRPr sz="1600" b="1" i="0" baseline="0"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Char char="•"/>
              <a:defRPr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27">
            <a:extLst>
              <a:ext uri="{FF2B5EF4-FFF2-40B4-BE49-F238E27FC236}">
                <a16:creationId xmlns:a16="http://schemas.microsoft.com/office/drawing/2014/main" id="{D3EBDB64-304A-BFEC-9738-355CE84180C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57201" y="5600700"/>
            <a:ext cx="2155370" cy="894715"/>
          </a:xfrm>
          <a:ln w="12700">
            <a:miter lim="400000"/>
          </a:ln>
        </p:spPr>
        <p:txBody>
          <a:bodyPr wrap="square" lIns="0" tIns="0" rIns="0" bIns="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defRPr lang="en-GB" sz="800" b="0" i="0" dirty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For internal use only.</a:t>
            </a:r>
          </a:p>
        </p:txBody>
      </p:sp>
    </p:spTree>
    <p:extLst>
      <p:ext uri="{BB962C8B-B14F-4D97-AF65-F5344CB8AC3E}">
        <p14:creationId xmlns:p14="http://schemas.microsoft.com/office/powerpoint/2010/main" val="2634621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ubtitle-Body-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(Black)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 (2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6013" cy="571500"/>
          </a:xfrm>
        </p:spPr>
        <p:txBody>
          <a:bodyPr wrap="square" lIns="0" tIns="0" rIns="0" bIns="0" anchor="t" anchorCtr="0">
            <a:noAutofit/>
          </a:bodyPr>
          <a:lstStyle>
            <a:lvl1pPr>
              <a:defRPr lang="en-US" b="1" i="0" dirty="0">
                <a:latin typeface="AvenirNext LT Com Medium" panose="020B0503020202020204" pitchFamily="34" charset="0"/>
              </a:defRPr>
            </a:lvl1pPr>
          </a:lstStyle>
          <a:p>
            <a:pPr lvl="0" fontAlgn="auto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ubtitle"/>
          <p:cNvSpPr>
            <a:spLocks noGrp="1"/>
          </p:cNvSpPr>
          <p:nvPr>
            <p:ph type="body" sz="quarter" idx="15" hasCustomPrompt="1"/>
          </p:nvPr>
        </p:nvSpPr>
        <p:spPr>
          <a:xfrm>
            <a:off x="457993" y="1028700"/>
            <a:ext cx="11276013" cy="228600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bg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14" name="Body"/>
          <p:cNvSpPr>
            <a:spLocks noGrp="1"/>
          </p:cNvSpPr>
          <p:nvPr>
            <p:ph type="body" sz="quarter" idx="14"/>
          </p:nvPr>
        </p:nvSpPr>
        <p:spPr>
          <a:xfrm>
            <a:off x="457200" y="1485900"/>
            <a:ext cx="11276013" cy="4114800"/>
          </a:xfrm>
        </p:spPr>
        <p:txBody>
          <a:bodyPr wrap="square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Font typeface="Arial" panose="020B0604020202020204" pitchFamily="34" charset="0"/>
              <a:buChar char="–"/>
              <a:defRPr sz="1400" b="0" i="0"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Font typeface="AvenirNext LT Com Regular"/>
              <a:buChar char="•"/>
              <a:defRPr sz="1400" b="0" i="0"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Eyebrow - Slide (BtSap)">
            <a:extLst>
              <a:ext uri="{FF2B5EF4-FFF2-40B4-BE49-F238E27FC236}">
                <a16:creationId xmlns:a16="http://schemas.microsoft.com/office/drawing/2014/main" id="{5F373C4C-70C9-2855-C551-8396DFC0F80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58875" y="306475"/>
            <a:ext cx="5637125" cy="146957"/>
          </a:xfrm>
        </p:spPr>
        <p:txBody>
          <a:bodyPr wrap="square" anchor="t" anchorCtr="0">
            <a:noAutofit/>
          </a:bodyPr>
          <a:lstStyle>
            <a:lvl1pPr>
              <a:spcAft>
                <a:spcPts val="0"/>
              </a:spcAft>
              <a:defRPr sz="1000" b="1" i="0" cap="all" spc="250" baseline="0">
                <a:solidFill>
                  <a:schemeClr val="bg2"/>
                </a:solidFill>
                <a:latin typeface="AvenirNext LT Com Medium" panose="020B0503020202020204" pitchFamily="34" charset="0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647C31B-BE7D-9000-3901-1B57DAF2730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>
            <a:lvl1pPr>
              <a:defRPr b="0" i="0"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893169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-Subtitle-Body-Eyebrow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(Black)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 (2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6013" cy="571500"/>
          </a:xfrm>
        </p:spPr>
        <p:txBody>
          <a:bodyPr wrap="square" lIns="0" tIns="0" rIns="0" bIns="0" anchor="t" anchorCtr="0">
            <a:noAutofit/>
          </a:bodyPr>
          <a:lstStyle>
            <a:lvl1pPr>
              <a:defRPr lang="en-US" b="1" i="0" dirty="0">
                <a:solidFill>
                  <a:schemeClr val="bg1"/>
                </a:solidFill>
                <a:latin typeface="AvenirNext LT Com Medium" panose="020B0503020202020204" pitchFamily="34" charset="0"/>
              </a:defRPr>
            </a:lvl1pPr>
          </a:lstStyle>
          <a:p>
            <a:pPr lvl="0" fontAlgn="auto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ubtitle"/>
          <p:cNvSpPr>
            <a:spLocks noGrp="1"/>
          </p:cNvSpPr>
          <p:nvPr>
            <p:ph type="body" sz="quarter" idx="15" hasCustomPrompt="1"/>
          </p:nvPr>
        </p:nvSpPr>
        <p:spPr>
          <a:xfrm>
            <a:off x="457993" y="1028700"/>
            <a:ext cx="11276013" cy="228600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i="0" baseline="0" smtClean="0">
                <a:solidFill>
                  <a:schemeClr val="accent2"/>
                </a:solidFill>
                <a:latin typeface="AvenirNext LT Com Regular" panose="020B0503020202020204" pitchFamily="34" charset="0"/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marL="0" lvl="0" indent="0">
              <a:spcAft>
                <a:spcPts val="0"/>
              </a:spcAft>
              <a:buFontTx/>
              <a:buNone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14" name="Body"/>
          <p:cNvSpPr>
            <a:spLocks noGrp="1"/>
          </p:cNvSpPr>
          <p:nvPr>
            <p:ph type="body" sz="quarter" idx="14"/>
          </p:nvPr>
        </p:nvSpPr>
        <p:spPr>
          <a:xfrm>
            <a:off x="457200" y="1485900"/>
            <a:ext cx="11276013" cy="4114800"/>
          </a:xfrm>
        </p:spPr>
        <p:txBody>
          <a:bodyPr wrap="square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Font typeface="Arial" panose="020B0604020202020204" pitchFamily="34" charset="0"/>
              <a:buChar char="–"/>
              <a:defRPr sz="1400" b="0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Font typeface="AvenirNext LT Com Regular"/>
              <a:buChar char="•"/>
              <a:defRPr sz="1400" b="0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Eyebrow - Slide (BtSap)">
            <a:extLst>
              <a:ext uri="{FF2B5EF4-FFF2-40B4-BE49-F238E27FC236}">
                <a16:creationId xmlns:a16="http://schemas.microsoft.com/office/drawing/2014/main" id="{5F373C4C-70C9-2855-C551-8396DFC0F80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58875" y="306475"/>
            <a:ext cx="5637125" cy="146957"/>
          </a:xfrm>
        </p:spPr>
        <p:txBody>
          <a:bodyPr wrap="square" anchor="t" anchorCtr="0">
            <a:noAutofit/>
          </a:bodyPr>
          <a:lstStyle>
            <a:lvl1pPr>
              <a:spcAft>
                <a:spcPts val="0"/>
              </a:spcAft>
              <a:defRPr sz="1000" b="1" i="0" cap="all" spc="250" baseline="0">
                <a:solidFill>
                  <a:schemeClr val="accent2"/>
                </a:solidFill>
                <a:latin typeface="AvenirNext LT Com Medium" panose="020B0503020202020204" pitchFamily="34" charset="0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647C31B-BE7D-9000-3901-1B57DAF2730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>
            <a:lvl1pPr>
              <a:defRPr b="0" i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3" name="CG Folio">
            <a:extLst>
              <a:ext uri="{FF2B5EF4-FFF2-40B4-BE49-F238E27FC236}">
                <a16:creationId xmlns:a16="http://schemas.microsoft.com/office/drawing/2014/main" id="{248DA917-132C-ACDA-4762-F50163CD1091}"/>
              </a:ext>
            </a:extLst>
          </p:cNvPr>
          <p:cNvSpPr txBox="1">
            <a:spLocks/>
          </p:cNvSpPr>
          <p:nvPr userDrawn="1"/>
        </p:nvSpPr>
        <p:spPr>
          <a:xfrm>
            <a:off x="457198" y="6309360"/>
            <a:ext cx="5529265" cy="18288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bg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</p:spTree>
    <p:extLst>
      <p:ext uri="{BB962C8B-B14F-4D97-AF65-F5344CB8AC3E}">
        <p14:creationId xmlns:p14="http://schemas.microsoft.com/office/powerpoint/2010/main" val="1998929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ubtitle-2Col-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(1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6013" cy="571500"/>
          </a:xfrm>
        </p:spPr>
        <p:txBody>
          <a:bodyPr wrap="square" lIns="0" tIns="0" rIns="0" bIns="0" anchor="t" anchorCtr="0">
            <a:noAutofit/>
          </a:bodyPr>
          <a:lstStyle>
            <a:lvl1pPr>
              <a:defRPr lang="en-US" dirty="0"/>
            </a:lvl1pPr>
          </a:lstStyle>
          <a:p>
            <a:pPr lvl="0" fontAlgn="auto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Body"/>
          <p:cNvSpPr>
            <a:spLocks noGrp="1"/>
          </p:cNvSpPr>
          <p:nvPr>
            <p:ph type="body" sz="quarter" idx="14"/>
          </p:nvPr>
        </p:nvSpPr>
        <p:spPr>
          <a:xfrm>
            <a:off x="457200" y="2514600"/>
            <a:ext cx="5529263" cy="3086100"/>
          </a:xfrm>
        </p:spPr>
        <p:txBody>
          <a:bodyPr wrap="square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sz="1400" b="0" i="0"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2D88880D-BEBF-39F3-DD70-E88549CF2D8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203950" y="2514600"/>
            <a:ext cx="5529263" cy="3086100"/>
          </a:xfrm>
        </p:spPr>
        <p:txBody>
          <a:bodyPr wrap="square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sz="1400" b="0" i="0"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9A728AE9-DD94-D956-8DA4-BD298E7F718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1" y="1028700"/>
            <a:ext cx="11276014" cy="228600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bg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7" name="Slide Number (Black)">
            <a:extLst>
              <a:ext uri="{FF2B5EF4-FFF2-40B4-BE49-F238E27FC236}">
                <a16:creationId xmlns:a16="http://schemas.microsoft.com/office/drawing/2014/main" id="{CB74FA71-C096-099B-7E9B-165576791E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807575" y="6309360"/>
            <a:ext cx="1925638" cy="182880"/>
          </a:xfrm>
        </p:spPr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8" name="Footer Placeholder 1">
            <a:extLst>
              <a:ext uri="{FF2B5EF4-FFF2-40B4-BE49-F238E27FC236}">
                <a16:creationId xmlns:a16="http://schemas.microsoft.com/office/drawing/2014/main" id="{A29E61C7-36F2-C267-A73E-C066C63B17A3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457200" y="6006856"/>
            <a:ext cx="11276013" cy="266759"/>
          </a:xfrm>
        </p:spPr>
        <p:txBody>
          <a:bodyPr/>
          <a:lstStyle>
            <a:lvl1pPr>
              <a:defRPr b="0" i="0"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000334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-Text-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(Black)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 (1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30575" y="457200"/>
            <a:ext cx="8392432" cy="571500"/>
          </a:xfrm>
        </p:spPr>
        <p:txBody>
          <a:bodyPr wrap="square" anchor="t" anchorCtr="0">
            <a:noAutofit/>
          </a:bodyPr>
          <a:lstStyle>
            <a:lvl1pPr>
              <a:defRPr b="1" i="0">
                <a:latin typeface="AvenirNext LT Com Medium" panose="020B0503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Body"/>
          <p:cNvSpPr>
            <a:spLocks noGrp="1"/>
          </p:cNvSpPr>
          <p:nvPr>
            <p:ph type="body" sz="quarter" idx="14"/>
          </p:nvPr>
        </p:nvSpPr>
        <p:spPr>
          <a:xfrm>
            <a:off x="0" y="0"/>
            <a:ext cx="3086100" cy="6858000"/>
          </a:xfrm>
          <a:solidFill>
            <a:schemeClr val="bg2"/>
          </a:solidFill>
        </p:spPr>
        <p:txBody>
          <a:bodyPr lIns="457200" tIns="1490472" rIns="228600" bIns="180000">
            <a:noAutofit/>
          </a:bodyPr>
          <a:lstStyle>
            <a:lvl1pPr marL="9525" indent="0">
              <a:spcBef>
                <a:spcPts val="0"/>
              </a:spcBef>
              <a:spcAft>
                <a:spcPts val="800"/>
              </a:spcAft>
              <a:buClrTx/>
              <a:buFont typeface="AvenirNext LT Com Medium" panose="020B0803020202020204" pitchFamily="34" charset="0"/>
              <a:buNone/>
              <a:tabLst/>
              <a:defRPr sz="1600" b="0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  <a:lvl2pPr marL="9525" indent="0"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  <a:tabLst/>
              <a:defRPr sz="1600" b="0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2pPr>
            <a:lvl3pPr marL="9525" indent="0"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  <a:tabLst/>
              <a:defRPr sz="1600" b="0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7816FD5B-C290-236F-C788-C3E7B071DDE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30575" y="1489143"/>
            <a:ext cx="8402638" cy="4781482"/>
          </a:xfrm>
        </p:spPr>
        <p:txBody>
          <a:bodyPr wrap="square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="0" i="0"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7D5AA828-0DEF-FE28-6DA5-8B25BED2E07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30575" y="1028700"/>
            <a:ext cx="8402638" cy="228600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bg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13" name="CG Folio">
            <a:extLst>
              <a:ext uri="{FF2B5EF4-FFF2-40B4-BE49-F238E27FC236}">
                <a16:creationId xmlns:a16="http://schemas.microsoft.com/office/drawing/2014/main" id="{588F438B-30CA-D794-1ED4-0D9B533360CD}"/>
              </a:ext>
            </a:extLst>
          </p:cNvPr>
          <p:cNvSpPr txBox="1">
            <a:spLocks/>
          </p:cNvSpPr>
          <p:nvPr userDrawn="1"/>
        </p:nvSpPr>
        <p:spPr>
          <a:xfrm>
            <a:off x="3332241" y="6309360"/>
            <a:ext cx="5529265" cy="18288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tx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  <p:sp>
        <p:nvSpPr>
          <p:cNvPr id="15" name="Footnotes (fullpage)">
            <a:extLst>
              <a:ext uri="{FF2B5EF4-FFF2-40B4-BE49-F238E27FC236}">
                <a16:creationId xmlns:a16="http://schemas.microsoft.com/office/drawing/2014/main" id="{F507A498-4D24-8241-0D73-7316A76957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0575" y="6006856"/>
            <a:ext cx="8402638" cy="266759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lvl1pPr algn="l">
              <a:lnSpc>
                <a:spcPct val="100000"/>
              </a:lnSpc>
              <a:spcAft>
                <a:spcPts val="300"/>
              </a:spcAft>
              <a:defRPr lang="en-US" sz="800" b="0" i="0" spc="0" baseline="0" dirty="0">
                <a:solidFill>
                  <a:schemeClr val="tx1"/>
                </a:solidFill>
                <a:latin typeface="AvenirNext LT Com Regular" panose="020B0503020202020204" pitchFamily="34" charset="0"/>
                <a:ea typeface="AvenirNext LT Com Regular" panose="020B0503020202020204" pitchFamily="34" charset="0"/>
                <a:cs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772811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Data-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6DF10B-4C4F-4661-0347-55EDB00912E0}"/>
              </a:ext>
            </a:extLst>
          </p:cNvPr>
          <p:cNvSpPr/>
          <p:nvPr userDrawn="1"/>
        </p:nvSpPr>
        <p:spPr>
          <a:xfrm>
            <a:off x="0" y="0"/>
            <a:ext cx="3086100" cy="6858000"/>
          </a:xfrm>
          <a:prstGeom prst="rect">
            <a:avLst/>
          </a:prstGeom>
          <a:solidFill>
            <a:schemeClr val="accent2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40" tIns="91440" rIns="91440" bIns="91440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FillTx/>
              <a:latin typeface="AvenirNext LT Com Regular" panose="020B0503020202020204" pitchFamily="34" charset="0"/>
              <a:cs typeface="Arial" panose="020B0604020202020204" pitchFamily="34" charset="0"/>
              <a:sym typeface="AvenirNext LT Com Regular"/>
            </a:endParaRPr>
          </a:p>
        </p:txBody>
      </p:sp>
      <p:sp>
        <p:nvSpPr>
          <p:cNvPr id="4" name="Slide Number (Black)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 (1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8416" y="457200"/>
            <a:ext cx="8402639" cy="571500"/>
          </a:xfrm>
        </p:spPr>
        <p:txBody>
          <a:bodyPr wrap="square" lIns="0" tIns="0" rIns="0" bIns="0" anchor="t" anchorCtr="0">
            <a:noAutofit/>
          </a:bodyPr>
          <a:lstStyle>
            <a:lvl1pPr>
              <a:defRPr lang="en-US" b="1" i="0" dirty="0">
                <a:latin typeface="AvenirNext LT Com Medium" panose="020B0503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3328416" y="6054291"/>
            <a:ext cx="8410575" cy="216335"/>
          </a:xfrm>
        </p:spPr>
        <p:txBody>
          <a:bodyPr wrap="square">
            <a:noAutofit/>
          </a:bodyPr>
          <a:lstStyle>
            <a:lvl1pPr>
              <a:lnSpc>
                <a:spcPct val="100000"/>
              </a:lnSpc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7816FD5B-C290-236F-C788-C3E7B071DDE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30574" y="1485901"/>
            <a:ext cx="8400479" cy="4566556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lang="en-US" dirty="0"/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lang="en-US" dirty="0"/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Char char="•"/>
              <a:defRPr lang="en-US" dirty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D1FEA8F0-266A-CAA5-8B35-1C948A43485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57200" y="1422401"/>
            <a:ext cx="2362200" cy="409574"/>
          </a:xfrm>
        </p:spPr>
        <p:txBody>
          <a:bodyPr>
            <a:no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None/>
              <a:tabLst/>
              <a:defRPr sz="2800" b="1" i="0" baseline="0">
                <a:solidFill>
                  <a:schemeClr val="bg2"/>
                </a:solidFill>
                <a:latin typeface="AvenirNext LT Com Medium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Char char="•"/>
              <a:defRPr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E55CF502-2CEE-009C-3758-949CFC0EB13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57200" y="1843404"/>
            <a:ext cx="2359152" cy="442596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venirNext LT Com Medium" panose="020B0803020202020204" pitchFamily="34" charset="0"/>
              <a:buNone/>
              <a:tabLst/>
              <a:defRPr sz="1400" b="1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Char char="•"/>
              <a:defRPr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ubtitle">
            <a:extLst>
              <a:ext uri="{FF2B5EF4-FFF2-40B4-BE49-F238E27FC236}">
                <a16:creationId xmlns:a16="http://schemas.microsoft.com/office/drawing/2014/main" id="{A87065EA-AC38-F95F-5874-10ED67198D9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28416" y="1028699"/>
            <a:ext cx="8402638" cy="228601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bg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9" name="CG Folio">
            <a:extLst>
              <a:ext uri="{FF2B5EF4-FFF2-40B4-BE49-F238E27FC236}">
                <a16:creationId xmlns:a16="http://schemas.microsoft.com/office/drawing/2014/main" id="{EE42EA14-A34E-3E58-FF04-85E35691DCBB}"/>
              </a:ext>
            </a:extLst>
          </p:cNvPr>
          <p:cNvSpPr txBox="1">
            <a:spLocks/>
          </p:cNvSpPr>
          <p:nvPr userDrawn="1"/>
        </p:nvSpPr>
        <p:spPr>
          <a:xfrm>
            <a:off x="3321423" y="6309360"/>
            <a:ext cx="2665039" cy="18288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tx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</p:spTree>
    <p:extLst>
      <p:ext uri="{BB962C8B-B14F-4D97-AF65-F5344CB8AC3E}">
        <p14:creationId xmlns:p14="http://schemas.microsoft.com/office/powerpoint/2010/main" val="1032952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Line-LGrayBoxText-3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(Black)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 (1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4608" y="457200"/>
            <a:ext cx="11268606" cy="571500"/>
          </a:xfrm>
        </p:spPr>
        <p:txBody>
          <a:bodyPr wrap="square" anchor="t" anchorCtr="0">
            <a:noAutofit/>
          </a:bodyPr>
          <a:lstStyle>
            <a:lvl1pPr>
              <a:defRPr b="1" i="0">
                <a:solidFill>
                  <a:schemeClr val="tx2"/>
                </a:solidFill>
                <a:latin typeface="AvenirNext LT Com Medium" panose="020B0503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Body"/>
          <p:cNvSpPr>
            <a:spLocks noGrp="1"/>
          </p:cNvSpPr>
          <p:nvPr>
            <p:ph type="body" sz="quarter" idx="14"/>
          </p:nvPr>
        </p:nvSpPr>
        <p:spPr>
          <a:xfrm>
            <a:off x="464607" y="1805940"/>
            <a:ext cx="3566160" cy="3566160"/>
          </a:xfrm>
          <a:solidFill>
            <a:schemeClr val="accent3"/>
          </a:solidFill>
        </p:spPr>
        <p:txBody>
          <a:bodyPr wrap="square" lIns="180000" tIns="180000" rIns="180000" bIns="18000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AD52B6C-42BA-675C-BCD5-E1DC2A7271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4608" y="1028699"/>
            <a:ext cx="11268606" cy="228601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bg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67142AE-9F5D-43A1-87C6-7AAF80CC1EB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57200" y="5952241"/>
            <a:ext cx="11276013" cy="318384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16" name="Body">
            <a:extLst>
              <a:ext uri="{FF2B5EF4-FFF2-40B4-BE49-F238E27FC236}">
                <a16:creationId xmlns:a16="http://schemas.microsoft.com/office/drawing/2014/main" id="{1286E209-2E70-0671-25D1-7595CCE4BAE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09003" y="1805940"/>
            <a:ext cx="3566160" cy="3566160"/>
          </a:xfrm>
          <a:solidFill>
            <a:schemeClr val="accent3"/>
          </a:solidFill>
        </p:spPr>
        <p:txBody>
          <a:bodyPr wrap="square" lIns="180000" tIns="180000" rIns="180000" bIns="18000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Body">
            <a:extLst>
              <a:ext uri="{FF2B5EF4-FFF2-40B4-BE49-F238E27FC236}">
                <a16:creationId xmlns:a16="http://schemas.microsoft.com/office/drawing/2014/main" id="{DB62405B-C312-2B61-7644-F2FCD7AF881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53400" y="1805940"/>
            <a:ext cx="3566160" cy="3566160"/>
          </a:xfrm>
          <a:solidFill>
            <a:schemeClr val="accent3"/>
          </a:solidFill>
        </p:spPr>
        <p:txBody>
          <a:bodyPr wrap="square" lIns="180000" tIns="180000" rIns="180000" bIns="18000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5664895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Line-BRSapphBox-3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ody">
            <a:extLst>
              <a:ext uri="{FF2B5EF4-FFF2-40B4-BE49-F238E27FC236}">
                <a16:creationId xmlns:a16="http://schemas.microsoft.com/office/drawing/2014/main" id="{A2910F7D-E709-868B-C70D-C893E79D6292}"/>
              </a:ext>
            </a:extLst>
          </p:cNvPr>
          <p:cNvSpPr>
            <a:spLocks noGrp="1" noChangeAspect="1"/>
          </p:cNvSpPr>
          <p:nvPr>
            <p:ph type="body" sz="quarter" idx="25"/>
          </p:nvPr>
        </p:nvSpPr>
        <p:spPr>
          <a:xfrm>
            <a:off x="8167053" y="1805940"/>
            <a:ext cx="3566160" cy="3566160"/>
          </a:xfrm>
          <a:solidFill>
            <a:schemeClr val="bg2"/>
          </a:solidFill>
        </p:spPr>
        <p:txBody>
          <a:bodyPr lIns="180000" tIns="180000" rIns="180000" bIns="180000" anchor="ctr" anchorCtr="0">
            <a:noAutofit/>
          </a:bodyPr>
          <a:lstStyle>
            <a:lvl1pPr marL="0" indent="0" algn="ctr">
              <a:spcBef>
                <a:spcPts val="0"/>
              </a:spcBef>
              <a:buClrTx/>
              <a:buFont typeface="AvenirNext LT Com Medium" panose="020B0803020202020204" pitchFamily="34" charset="0"/>
              <a:buNone/>
              <a:tabLst/>
              <a:defRPr sz="2400" b="1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Char char="•"/>
              <a:defRPr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Body">
            <a:extLst>
              <a:ext uri="{FF2B5EF4-FFF2-40B4-BE49-F238E27FC236}">
                <a16:creationId xmlns:a16="http://schemas.microsoft.com/office/drawing/2014/main" id="{5C3F1A41-9BF8-58D2-81E4-2938A6C50076}"/>
              </a:ext>
            </a:extLst>
          </p:cNvPr>
          <p:cNvSpPr>
            <a:spLocks noGrp="1" noChangeAspect="1"/>
          </p:cNvSpPr>
          <p:nvPr>
            <p:ph type="body" sz="quarter" idx="24"/>
          </p:nvPr>
        </p:nvSpPr>
        <p:spPr>
          <a:xfrm>
            <a:off x="4314733" y="1805940"/>
            <a:ext cx="3566160" cy="3566160"/>
          </a:xfrm>
          <a:solidFill>
            <a:schemeClr val="bg2"/>
          </a:solidFill>
        </p:spPr>
        <p:txBody>
          <a:bodyPr lIns="180000" tIns="180000" rIns="180000" bIns="180000" anchor="ctr" anchorCtr="0">
            <a:noAutofit/>
          </a:bodyPr>
          <a:lstStyle>
            <a:lvl1pPr marL="0" indent="0" algn="ctr">
              <a:spcBef>
                <a:spcPts val="0"/>
              </a:spcBef>
              <a:buClrTx/>
              <a:buFont typeface="AvenirNext LT Com Medium" panose="020B0803020202020204" pitchFamily="34" charset="0"/>
              <a:buNone/>
              <a:tabLst/>
              <a:defRPr sz="2400" b="1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Char char="•"/>
              <a:defRPr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Slide Number (Black)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 (1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34738" cy="571500"/>
          </a:xfrm>
        </p:spPr>
        <p:txBody>
          <a:bodyPr wrap="square" anchor="t" anchorCtr="0">
            <a:noAutofit/>
          </a:bodyPr>
          <a:lstStyle>
            <a:lvl1pPr>
              <a:defRPr b="1" i="0">
                <a:latin typeface="AvenirNext LT Com Medium" panose="020B0503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457200" y="5952241"/>
            <a:ext cx="11276013" cy="318384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E9FA75EB-B0CA-C85D-94FB-CB491F3B9B69}"/>
              </a:ext>
            </a:extLst>
          </p:cNvPr>
          <p:cNvSpPr>
            <a:spLocks noGrp="1" noChangeAspect="1"/>
          </p:cNvSpPr>
          <p:nvPr>
            <p:ph type="body" sz="quarter" idx="23"/>
          </p:nvPr>
        </p:nvSpPr>
        <p:spPr>
          <a:xfrm>
            <a:off x="462413" y="1805940"/>
            <a:ext cx="3566160" cy="3566160"/>
          </a:xfrm>
          <a:solidFill>
            <a:schemeClr val="bg2"/>
          </a:solidFill>
        </p:spPr>
        <p:txBody>
          <a:bodyPr lIns="180000" tIns="180000" rIns="180000" bIns="180000" anchor="ctr" anchorCtr="0">
            <a:noAutofit/>
          </a:bodyPr>
          <a:lstStyle>
            <a:lvl1pPr marL="0" indent="0" algn="ctr">
              <a:spcBef>
                <a:spcPts val="0"/>
              </a:spcBef>
              <a:buClrTx/>
              <a:buFont typeface="AvenirNext LT Com Medium" panose="020B0803020202020204" pitchFamily="34" charset="0"/>
              <a:buNone/>
              <a:tabLst/>
              <a:defRPr sz="2400" b="1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Char char="•"/>
              <a:defRPr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13BA8D97-BABE-E8AB-71E9-46048F5B5E5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1028700"/>
            <a:ext cx="11276013" cy="228600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bg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1291753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L-Title-1Line-Text-1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(Black)"/>
          <p:cNvSpPr>
            <a:spLocks noGrp="1" noRot="1" noMove="1" noResize="1" noEditPoints="1" noAdjustHandles="1" noChangeArrowheads="1" noChangeShapeType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7" name="Photo Fill BrSap (Lhorz1/2)">
            <a:extLst>
              <a:ext uri="{FF2B5EF4-FFF2-40B4-BE49-F238E27FC236}">
                <a16:creationId xmlns:a16="http://schemas.microsoft.com/office/drawing/2014/main" id="{CF735E78-445B-921D-014C-093B0A2CE6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1" y="0"/>
            <a:ext cx="5943600" cy="6858000"/>
          </a:xfrm>
          <a:prstGeom prst="rect">
            <a:avLst/>
          </a:prstGeom>
          <a:solidFill>
            <a:schemeClr val="bg2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40" tIns="91440" rIns="91440" bIns="91440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FillTx/>
              <a:latin typeface="AvenirNext LT Com Regular" panose="020B0503020202020204" pitchFamily="34" charset="0"/>
              <a:cs typeface="Arial" panose="020B0604020202020204" pitchFamily="34" charset="0"/>
              <a:sym typeface="AvenirNext LT Com Regular"/>
            </a:endParaRPr>
          </a:p>
        </p:txBody>
      </p:sp>
      <p:sp>
        <p:nvSpPr>
          <p:cNvPr id="6" name="Photo Placeholder (Lhorz1/2)"/>
          <p:cNvSpPr>
            <a:spLocks noGrp="1" noRot="1" noMove="1" noResize="1" noEditPoints="1" noAdjustHandles="1" noChangeArrowheads="1" noChangeShapeType="1"/>
          </p:cNvSpPr>
          <p:nvPr>
            <p:ph type="pic" sz="quarter" idx="16"/>
          </p:nvPr>
        </p:nvSpPr>
        <p:spPr>
          <a:xfrm>
            <a:off x="-1" y="0"/>
            <a:ext cx="5943600" cy="6858000"/>
          </a:xfrm>
          <a:solidFill>
            <a:schemeClr val="bg2"/>
          </a:solidFill>
        </p:spPr>
        <p:txBody>
          <a:bodyPr anchor="t" anchorCtr="1">
            <a:noAutofit/>
          </a:bodyPr>
          <a:lstStyle>
            <a:lvl1pPr marL="0" indent="0">
              <a:buNone/>
              <a:defRPr b="0" i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199188" y="457200"/>
            <a:ext cx="5534025" cy="571500"/>
          </a:xfrm>
        </p:spPr>
        <p:txBody>
          <a:bodyPr wrap="square" lIns="0" tIns="0" rIns="0" bIns="0" anchor="t" anchorCtr="0">
            <a:noAutofit/>
          </a:bodyPr>
          <a:lstStyle>
            <a:lvl1pPr>
              <a:defRPr kumimoji="0" lang="en-US" sz="28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AvenirNext LT Com Medium" panose="020B0503020202020204" pitchFamily="34" charset="0"/>
                <a:ea typeface="+mn-ea"/>
                <a:cs typeface="+mn-cs"/>
                <a:sym typeface="AvenirNext LT Com Regular"/>
              </a:defRPr>
            </a:lvl1pPr>
          </a:lstStyle>
          <a:p>
            <a:pPr lvl="0" fontAlgn="auto"/>
            <a:r>
              <a:rPr lang="en-US" dirty="0"/>
              <a:t>Title text</a:t>
            </a:r>
          </a:p>
        </p:txBody>
      </p:sp>
      <p:sp>
        <p:nvSpPr>
          <p:cNvPr id="9" name="Body">
            <a:extLst>
              <a:ext uri="{FF2B5EF4-FFF2-40B4-BE49-F238E27FC236}">
                <a16:creationId xmlns:a16="http://schemas.microsoft.com/office/drawing/2014/main" id="{9B636806-2552-D297-5C24-EC0BF7DF644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99188" y="1485900"/>
            <a:ext cx="5548312" cy="4114800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lang="en-US" dirty="0"/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lang="en-US"/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lang="en-US" dirty="0"/>
            </a:lvl3pPr>
          </a:lstStyle>
          <a:p>
            <a:pPr marL="216000" lvl="0" indent="-216000">
              <a:buSzPct val="110000"/>
              <a:buFont typeface="Wingdings" pitchFamily="2" charset="2"/>
              <a:buChar char="§"/>
            </a:pPr>
            <a:r>
              <a:rPr lang="en-US"/>
              <a:t>Click to edit Master text styles</a:t>
            </a:r>
          </a:p>
          <a:p>
            <a:pPr marL="216000" lvl="1" indent="-216000">
              <a:buSzPct val="110000"/>
              <a:buFont typeface="Wingdings" pitchFamily="2" charset="2"/>
              <a:buChar char="§"/>
            </a:pPr>
            <a:r>
              <a:rPr lang="en-US"/>
              <a:t>Second level</a:t>
            </a:r>
          </a:p>
          <a:p>
            <a:pPr marL="216000" lvl="2" indent="-216000">
              <a:buSzPct val="110000"/>
              <a:buFont typeface="Wingdings" pitchFamily="2" charset="2"/>
              <a:buChar char="§"/>
            </a:pPr>
            <a:r>
              <a:rPr lang="en-US"/>
              <a:t>Third level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9DA510F6-8DD3-09F8-BAAC-C0662318F3B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99187" y="1028700"/>
            <a:ext cx="5534025" cy="228600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i="0" dirty="0">
                <a:solidFill>
                  <a:schemeClr val="bg2"/>
                </a:solidFill>
                <a:latin typeface="AvenirNext LT Com Regular" panose="020B0503020202020204" pitchFamily="34" charset="0"/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ABD9F10-B08C-E8E6-67D7-688E57F0EA4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199188" y="6015789"/>
            <a:ext cx="5534025" cy="254837"/>
          </a:xfrm>
        </p:spPr>
        <p:txBody>
          <a:bodyPr wrap="square">
            <a:noAutofit/>
          </a:bodyPr>
          <a:lstStyle>
            <a:lvl1pPr>
              <a:lnSpc>
                <a:spcPct val="100000"/>
              </a:lnSpc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11" name="CG Folio">
            <a:extLst>
              <a:ext uri="{FF2B5EF4-FFF2-40B4-BE49-F238E27FC236}">
                <a16:creationId xmlns:a16="http://schemas.microsoft.com/office/drawing/2014/main" id="{C170203D-EC42-F46D-DEAE-E820B73FB77B}"/>
              </a:ext>
            </a:extLst>
          </p:cNvPr>
          <p:cNvSpPr txBox="1">
            <a:spLocks/>
          </p:cNvSpPr>
          <p:nvPr userDrawn="1"/>
        </p:nvSpPr>
        <p:spPr>
          <a:xfrm>
            <a:off x="457198" y="6309360"/>
            <a:ext cx="5529265" cy="18288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bg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</p:spTree>
    <p:extLst>
      <p:ext uri="{BB962C8B-B14F-4D97-AF65-F5344CB8AC3E}">
        <p14:creationId xmlns:p14="http://schemas.microsoft.com/office/powerpoint/2010/main" val="11298993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hotoR-Title-2Line-Text-1Col-BR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(2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57199"/>
            <a:ext cx="5529263" cy="936885"/>
          </a:xfrm>
        </p:spPr>
        <p:txBody>
          <a:bodyPr wrap="square" lIns="0" tIns="0" rIns="0" bIns="0" anchor="t" anchorCtr="0">
            <a:noAutofit/>
          </a:bodyPr>
          <a:lstStyle>
            <a:lvl1pPr>
              <a:defRPr lang="en-US" b="1" i="0" dirty="0">
                <a:solidFill>
                  <a:schemeClr val="bg1"/>
                </a:solidFill>
                <a:latin typeface="AvenirNext LT Com Medium" panose="020B0503020202020204" pitchFamily="34" charset="0"/>
              </a:defRPr>
            </a:lvl1pPr>
          </a:lstStyle>
          <a:p>
            <a:pPr lvl="0" fontAlgn="auto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ubtitle"/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1407536"/>
            <a:ext cx="5529263" cy="269488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accent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14" name="Body"/>
          <p:cNvSpPr>
            <a:spLocks noGrp="1"/>
          </p:cNvSpPr>
          <p:nvPr>
            <p:ph type="body" sz="quarter" idx="14"/>
          </p:nvPr>
        </p:nvSpPr>
        <p:spPr>
          <a:xfrm>
            <a:off x="457198" y="2023672"/>
            <a:ext cx="5529263" cy="3577028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lang="en-US">
                <a:solidFill>
                  <a:schemeClr val="bg1"/>
                </a:solidFill>
              </a:defRPr>
            </a:lvl1pPr>
            <a:lvl2pPr marL="432000" indent="-216000">
              <a:spcBef>
                <a:spcPts val="0"/>
              </a:spcBef>
              <a:buFont typeface="Arial" panose="020B0604020202020204" pitchFamily="34" charset="0"/>
              <a:buChar char="–"/>
              <a:defRPr lang="en-US" dirty="0">
                <a:solidFill>
                  <a:schemeClr val="bg1"/>
                </a:solidFill>
              </a:defRPr>
            </a:lvl2pPr>
            <a:lvl3pPr marL="576000" indent="-144000">
              <a:spcBef>
                <a:spcPts val="0"/>
              </a:spcBef>
              <a:buFont typeface="AvenirNext LT Com Regular"/>
              <a:buChar char="•"/>
              <a:defRPr lang="en-US" dirty="0">
                <a:solidFill>
                  <a:schemeClr val="bg1"/>
                </a:solidFill>
              </a:defRPr>
            </a:lvl3pPr>
          </a:lstStyle>
          <a:p>
            <a:pPr marL="216000" lvl="0" indent="-216000">
              <a:buSzPct val="110000"/>
              <a:buFont typeface="Wingdings" pitchFamily="2" charset="2"/>
              <a:buChar char="§"/>
            </a:pPr>
            <a:r>
              <a:rPr lang="en-US"/>
              <a:t>Click to edit Master text styles</a:t>
            </a:r>
          </a:p>
          <a:p>
            <a:pPr marL="216000" lvl="1" indent="-216000">
              <a:buSzPct val="110000"/>
              <a:buFont typeface="Wingdings" pitchFamily="2" charset="2"/>
              <a:buChar char="§"/>
            </a:pPr>
            <a:r>
              <a:rPr lang="en-US"/>
              <a:t>Second level</a:t>
            </a:r>
          </a:p>
          <a:p>
            <a:pPr marL="216000" lvl="2" indent="-216000">
              <a:buSzPct val="110000"/>
              <a:buFont typeface="Wingdings" pitchFamily="2" charset="2"/>
              <a:buChar char="§"/>
            </a:pPr>
            <a:r>
              <a:rPr lang="en-US"/>
              <a:t>Third level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647C31B-BE7D-9000-3901-1B57DAF2730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457198" y="6006856"/>
            <a:ext cx="5529263" cy="266759"/>
          </a:xfrm>
        </p:spPr>
        <p:txBody>
          <a:bodyPr/>
          <a:lstStyle>
            <a:lvl1pPr>
              <a:defRPr b="0" i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3" name="CG Folio">
            <a:extLst>
              <a:ext uri="{FF2B5EF4-FFF2-40B4-BE49-F238E27FC236}">
                <a16:creationId xmlns:a16="http://schemas.microsoft.com/office/drawing/2014/main" id="{248DA917-132C-ACDA-4762-F50163CD1091}"/>
              </a:ext>
            </a:extLst>
          </p:cNvPr>
          <p:cNvSpPr txBox="1">
            <a:spLocks/>
          </p:cNvSpPr>
          <p:nvPr userDrawn="1"/>
        </p:nvSpPr>
        <p:spPr>
          <a:xfrm>
            <a:off x="457198" y="6309360"/>
            <a:ext cx="5529265" cy="18288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bg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  <p:sp>
        <p:nvSpPr>
          <p:cNvPr id="7" name="Photo Fill BrSap (Lhorz1/2)">
            <a:extLst>
              <a:ext uri="{FF2B5EF4-FFF2-40B4-BE49-F238E27FC236}">
                <a16:creationId xmlns:a16="http://schemas.microsoft.com/office/drawing/2014/main" id="{54733099-9783-FDB4-1945-036BC0C3C2E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6248400" y="0"/>
            <a:ext cx="5943600" cy="6858000"/>
          </a:xfrm>
          <a:prstGeom prst="rect">
            <a:avLst/>
          </a:prstGeom>
          <a:solidFill>
            <a:schemeClr val="tx2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40" tIns="91440" rIns="91440" bIns="91440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FillTx/>
              <a:latin typeface="AvenirNext LT Com Regular" panose="020B0503020202020204" pitchFamily="34" charset="0"/>
              <a:cs typeface="Arial" panose="020B0604020202020204" pitchFamily="34" charset="0"/>
              <a:sym typeface="AvenirNext LT Com Regular"/>
            </a:endParaRPr>
          </a:p>
        </p:txBody>
      </p:sp>
      <p:sp>
        <p:nvSpPr>
          <p:cNvPr id="8" name="Photo Placeholder (Lhorz1/2)">
            <a:extLst>
              <a:ext uri="{FF2B5EF4-FFF2-40B4-BE49-F238E27FC236}">
                <a16:creationId xmlns:a16="http://schemas.microsoft.com/office/drawing/2014/main" id="{CEBA125A-62DD-B552-C790-CBC1E7492C2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6"/>
          </p:nvPr>
        </p:nvSpPr>
        <p:spPr>
          <a:xfrm>
            <a:off x="6248400" y="0"/>
            <a:ext cx="5943600" cy="6858000"/>
          </a:xfrm>
          <a:solidFill>
            <a:schemeClr val="bg1"/>
          </a:solidFill>
        </p:spPr>
        <p:txBody>
          <a:bodyPr anchor="t" anchorCtr="1">
            <a:noAutofit/>
          </a:bodyPr>
          <a:lstStyle>
            <a:lvl1pPr marL="0" indent="0">
              <a:buNone/>
              <a:defRPr b="0" i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Slide Number (Black)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63670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-Subtitle-Body-Eyebrow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(2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57200"/>
            <a:ext cx="5529263" cy="571500"/>
          </a:xfrm>
        </p:spPr>
        <p:txBody>
          <a:bodyPr wrap="square" lIns="0" tIns="0" rIns="0" bIns="0" anchor="t" anchorCtr="0">
            <a:noAutofit/>
          </a:bodyPr>
          <a:lstStyle>
            <a:lvl1pPr>
              <a:defRPr lang="en-US" b="1" i="0" dirty="0">
                <a:solidFill>
                  <a:schemeClr val="bg1"/>
                </a:solidFill>
                <a:latin typeface="AvenirNext LT Com Medium" panose="020B0503020202020204" pitchFamily="34" charset="0"/>
              </a:defRPr>
            </a:lvl1pPr>
          </a:lstStyle>
          <a:p>
            <a:pPr lvl="0" fontAlgn="auto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ubtitle"/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1028700"/>
            <a:ext cx="5529263" cy="228600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accent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14" name="Body"/>
          <p:cNvSpPr>
            <a:spLocks noGrp="1"/>
          </p:cNvSpPr>
          <p:nvPr>
            <p:ph type="body" sz="quarter" idx="14"/>
          </p:nvPr>
        </p:nvSpPr>
        <p:spPr>
          <a:xfrm>
            <a:off x="457198" y="1485900"/>
            <a:ext cx="5529263" cy="4114800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lang="en-US">
                <a:solidFill>
                  <a:schemeClr val="bg1"/>
                </a:solidFill>
              </a:defRPr>
            </a:lvl1pPr>
            <a:lvl2pPr marL="432000" indent="-216000">
              <a:spcBef>
                <a:spcPts val="0"/>
              </a:spcBef>
              <a:buFont typeface="Arial" panose="020B0604020202020204" pitchFamily="34" charset="0"/>
              <a:buChar char="–"/>
              <a:defRPr lang="en-US" dirty="0">
                <a:solidFill>
                  <a:schemeClr val="bg1"/>
                </a:solidFill>
              </a:defRPr>
            </a:lvl2pPr>
            <a:lvl3pPr marL="576000" indent="-144000">
              <a:spcBef>
                <a:spcPts val="0"/>
              </a:spcBef>
              <a:buFont typeface="AvenirNext LT Com Regular"/>
              <a:buChar char="•"/>
              <a:defRPr lang="en-US" dirty="0">
                <a:solidFill>
                  <a:schemeClr val="bg1"/>
                </a:solidFill>
              </a:defRPr>
            </a:lvl3pPr>
          </a:lstStyle>
          <a:p>
            <a:pPr marL="216000" lvl="0" indent="-216000">
              <a:buSzPct val="110000"/>
              <a:buFont typeface="Wingdings" pitchFamily="2" charset="2"/>
              <a:buChar char="§"/>
            </a:pPr>
            <a:r>
              <a:rPr lang="en-US"/>
              <a:t>Click to edit Master text styles</a:t>
            </a:r>
          </a:p>
          <a:p>
            <a:pPr marL="216000" lvl="1" indent="-216000">
              <a:buSzPct val="110000"/>
              <a:buFont typeface="Wingdings" pitchFamily="2" charset="2"/>
              <a:buChar char="§"/>
            </a:pPr>
            <a:r>
              <a:rPr lang="en-US"/>
              <a:t>Second level</a:t>
            </a:r>
          </a:p>
          <a:p>
            <a:pPr marL="216000" lvl="2" indent="-216000">
              <a:buSzPct val="110000"/>
              <a:buFont typeface="Wingdings" pitchFamily="2" charset="2"/>
              <a:buChar char="§"/>
            </a:pPr>
            <a:r>
              <a:rPr lang="en-US"/>
              <a:t>Third level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647C31B-BE7D-9000-3901-1B57DAF2730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457198" y="6006856"/>
            <a:ext cx="5529263" cy="266759"/>
          </a:xfrm>
        </p:spPr>
        <p:txBody>
          <a:bodyPr/>
          <a:lstStyle>
            <a:lvl1pPr>
              <a:defRPr b="0" i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3" name="CG Folio">
            <a:extLst>
              <a:ext uri="{FF2B5EF4-FFF2-40B4-BE49-F238E27FC236}">
                <a16:creationId xmlns:a16="http://schemas.microsoft.com/office/drawing/2014/main" id="{248DA917-132C-ACDA-4762-F50163CD1091}"/>
              </a:ext>
            </a:extLst>
          </p:cNvPr>
          <p:cNvSpPr txBox="1">
            <a:spLocks/>
          </p:cNvSpPr>
          <p:nvPr userDrawn="1"/>
        </p:nvSpPr>
        <p:spPr>
          <a:xfrm>
            <a:off x="457198" y="6309360"/>
            <a:ext cx="5529265" cy="18288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bg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  <p:sp>
        <p:nvSpPr>
          <p:cNvPr id="7" name="Photo Fill BrSap (Lhorz1/2)">
            <a:extLst>
              <a:ext uri="{FF2B5EF4-FFF2-40B4-BE49-F238E27FC236}">
                <a16:creationId xmlns:a16="http://schemas.microsoft.com/office/drawing/2014/main" id="{54733099-9783-FDB4-1945-036BC0C3C2E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6248400" y="0"/>
            <a:ext cx="5943600" cy="6858000"/>
          </a:xfrm>
          <a:prstGeom prst="rect">
            <a:avLst/>
          </a:prstGeom>
          <a:solidFill>
            <a:schemeClr val="bg2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40" tIns="91440" rIns="91440" bIns="91440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FillTx/>
              <a:latin typeface="AvenirNext LT Com Regular" panose="020B0503020202020204" pitchFamily="34" charset="0"/>
              <a:cs typeface="Arial" panose="020B0604020202020204" pitchFamily="34" charset="0"/>
              <a:sym typeface="AvenirNext LT Com Regular"/>
            </a:endParaRPr>
          </a:p>
        </p:txBody>
      </p:sp>
      <p:sp>
        <p:nvSpPr>
          <p:cNvPr id="8" name="Photo Placeholder (Lhorz1/2)">
            <a:extLst>
              <a:ext uri="{FF2B5EF4-FFF2-40B4-BE49-F238E27FC236}">
                <a16:creationId xmlns:a16="http://schemas.microsoft.com/office/drawing/2014/main" id="{CEBA125A-62DD-B552-C790-CBC1E7492C2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6"/>
          </p:nvPr>
        </p:nvSpPr>
        <p:spPr>
          <a:xfrm>
            <a:off x="6248400" y="0"/>
            <a:ext cx="5943600" cy="6858000"/>
          </a:xfrm>
          <a:solidFill>
            <a:schemeClr val="bg1"/>
          </a:solidFill>
        </p:spPr>
        <p:txBody>
          <a:bodyPr anchor="t" anchorCtr="1">
            <a:noAutofit/>
          </a:bodyPr>
          <a:lstStyle>
            <a:lvl1pPr marL="0" indent="0">
              <a:buNone/>
              <a:defRPr b="0" i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Slide Number (Black)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77204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-Subtitle-4list-dar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(2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57200"/>
            <a:ext cx="11276015" cy="571500"/>
          </a:xfrm>
        </p:spPr>
        <p:txBody>
          <a:bodyPr wrap="square" lIns="0" tIns="0" rIns="0" bIns="0" anchor="t" anchorCtr="0">
            <a:noAutofit/>
          </a:bodyPr>
          <a:lstStyle>
            <a:lvl1pPr>
              <a:defRPr lang="en-US" b="1" i="0" dirty="0">
                <a:solidFill>
                  <a:schemeClr val="bg1"/>
                </a:solidFill>
                <a:latin typeface="AvenirNext LT Com Medium" panose="020B0503020202020204" pitchFamily="34" charset="0"/>
              </a:defRPr>
            </a:lvl1pPr>
          </a:lstStyle>
          <a:p>
            <a:pPr lvl="0" fontAlgn="auto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ubtitle"/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1028700"/>
            <a:ext cx="11276015" cy="228600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accent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647C31B-BE7D-9000-3901-1B57DAF2730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457198" y="6006856"/>
            <a:ext cx="11276015" cy="266759"/>
          </a:xfrm>
        </p:spPr>
        <p:txBody>
          <a:bodyPr/>
          <a:lstStyle>
            <a:lvl1pPr>
              <a:defRPr b="0" i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3" name="CG Folio">
            <a:extLst>
              <a:ext uri="{FF2B5EF4-FFF2-40B4-BE49-F238E27FC236}">
                <a16:creationId xmlns:a16="http://schemas.microsoft.com/office/drawing/2014/main" id="{248DA917-132C-ACDA-4762-F50163CD1091}"/>
              </a:ext>
            </a:extLst>
          </p:cNvPr>
          <p:cNvSpPr txBox="1">
            <a:spLocks/>
          </p:cNvSpPr>
          <p:nvPr userDrawn="1"/>
        </p:nvSpPr>
        <p:spPr>
          <a:xfrm>
            <a:off x="457198" y="6309360"/>
            <a:ext cx="5529265" cy="18288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bg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  <p:sp>
        <p:nvSpPr>
          <p:cNvPr id="4" name="Slide Number (Black)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12" name="Body">
            <a:extLst>
              <a:ext uri="{FF2B5EF4-FFF2-40B4-BE49-F238E27FC236}">
                <a16:creationId xmlns:a16="http://schemas.microsoft.com/office/drawing/2014/main" id="{A6D73786-580D-5BC4-F208-22E7FF199A2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64607" y="1562100"/>
            <a:ext cx="2613660" cy="4114800"/>
          </a:xfrm>
          <a:solidFill>
            <a:schemeClr val="accent2"/>
          </a:solidFill>
        </p:spPr>
        <p:txBody>
          <a:bodyPr wrap="square" lIns="180000" tIns="180000" rIns="180000" bIns="18000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B4CF303A-7CA7-DD52-7E61-0FB664A4EEE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338688" y="1562100"/>
            <a:ext cx="2613660" cy="4114800"/>
          </a:xfrm>
          <a:solidFill>
            <a:schemeClr val="accent2"/>
          </a:solidFill>
        </p:spPr>
        <p:txBody>
          <a:bodyPr wrap="square" lIns="180000" tIns="180000" rIns="180000" bIns="18000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DF141B29-A6F2-A186-72C3-8AC3B2D07B5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212769" y="1562100"/>
            <a:ext cx="2613660" cy="4114800"/>
          </a:xfrm>
          <a:solidFill>
            <a:schemeClr val="accent2"/>
          </a:solidFill>
        </p:spPr>
        <p:txBody>
          <a:bodyPr wrap="square" lIns="180000" tIns="180000" rIns="180000" bIns="18000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B423A405-89B9-6FD5-1727-54209EE8915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086850" y="1562100"/>
            <a:ext cx="2613660" cy="4114800"/>
          </a:xfrm>
          <a:solidFill>
            <a:schemeClr val="accent2"/>
          </a:solidFill>
        </p:spPr>
        <p:txBody>
          <a:bodyPr wrap="square" lIns="180000" tIns="180000" rIns="180000" bIns="18000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93219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Line-LGreyBoxText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(Black)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 (1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68086"/>
            <a:ext cx="11234738" cy="560614"/>
          </a:xfrm>
        </p:spPr>
        <p:txBody>
          <a:bodyPr anchor="t" anchorCtr="0">
            <a:noAutofit/>
          </a:bodyPr>
          <a:lstStyle>
            <a:lvl1pPr>
              <a:defRPr b="1" i="0">
                <a:latin typeface="AvenirNext LT Com Medium" panose="020B0503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Body"/>
          <p:cNvSpPr>
            <a:spLocks noGrp="1"/>
          </p:cNvSpPr>
          <p:nvPr>
            <p:ph type="body" sz="quarter" idx="14"/>
          </p:nvPr>
        </p:nvSpPr>
        <p:spPr>
          <a:xfrm>
            <a:off x="457200" y="1562100"/>
            <a:ext cx="5522458" cy="2057400"/>
          </a:xfrm>
          <a:solidFill>
            <a:schemeClr val="accent3"/>
          </a:solidFill>
        </p:spPr>
        <p:txBody>
          <a:bodyPr lIns="180000" tIns="180000" rIns="180000" bIns="18000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="0" i="0"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Subtitle">
            <a:extLst>
              <a:ext uri="{FF2B5EF4-FFF2-40B4-BE49-F238E27FC236}">
                <a16:creationId xmlns:a16="http://schemas.microsoft.com/office/drawing/2014/main" id="{B47ADF9C-CA8E-6640-06B1-D363D1B60A9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1028699"/>
            <a:ext cx="11234738" cy="228601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bg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9" name="Footer Placeholder 1">
            <a:extLst>
              <a:ext uri="{FF2B5EF4-FFF2-40B4-BE49-F238E27FC236}">
                <a16:creationId xmlns:a16="http://schemas.microsoft.com/office/drawing/2014/main" id="{2EA4C543-5FF0-641A-11FC-7B99F52C6D6B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457200" y="6006856"/>
            <a:ext cx="11276013" cy="266759"/>
          </a:xfrm>
        </p:spPr>
        <p:txBody>
          <a:bodyPr/>
          <a:lstStyle>
            <a:lvl1pPr>
              <a:defRPr b="0" i="0"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F50AFFCF-D0E1-90F8-ABDF-6D5DC20A4F3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210755" y="1562100"/>
            <a:ext cx="5522458" cy="2057400"/>
          </a:xfrm>
          <a:solidFill>
            <a:schemeClr val="accent3"/>
          </a:solidFill>
        </p:spPr>
        <p:txBody>
          <a:bodyPr lIns="180000" tIns="180000" rIns="180000" bIns="18000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="0" i="0"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Body">
            <a:extLst>
              <a:ext uri="{FF2B5EF4-FFF2-40B4-BE49-F238E27FC236}">
                <a16:creationId xmlns:a16="http://schemas.microsoft.com/office/drawing/2014/main" id="{B6EB626D-2525-B9C3-6C1E-CDBD03ED11E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57200" y="3877056"/>
            <a:ext cx="5522458" cy="2057400"/>
          </a:xfrm>
          <a:solidFill>
            <a:schemeClr val="accent3"/>
          </a:solidFill>
        </p:spPr>
        <p:txBody>
          <a:bodyPr lIns="180000" tIns="180000" rIns="180000" bIns="18000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="0" i="0"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Body">
            <a:extLst>
              <a:ext uri="{FF2B5EF4-FFF2-40B4-BE49-F238E27FC236}">
                <a16:creationId xmlns:a16="http://schemas.microsoft.com/office/drawing/2014/main" id="{8F49C068-1A10-0B02-D5F0-1DF2337FB98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210755" y="3877056"/>
            <a:ext cx="5522458" cy="2057400"/>
          </a:xfrm>
          <a:solidFill>
            <a:schemeClr val="accent3"/>
          </a:solidFill>
        </p:spPr>
        <p:txBody>
          <a:bodyPr lIns="180000" tIns="180000" rIns="180000" bIns="18000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="0" i="0"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7271708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T-Title-1Line-Text-3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(Black)"/>
          <p:cNvSpPr>
            <a:spLocks noGrp="1" noRot="1" noMove="1" noResize="1" noEditPoints="1" noAdjustHandles="1" noChangeArrowheads="1" noChangeShapeType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7" name="Photo Fill BrSap (Lhorz1/2)">
            <a:extLst>
              <a:ext uri="{FF2B5EF4-FFF2-40B4-BE49-F238E27FC236}">
                <a16:creationId xmlns:a16="http://schemas.microsoft.com/office/drawing/2014/main" id="{CF735E78-445B-921D-014C-093B0A2CE612}"/>
              </a:ext>
            </a:extLst>
          </p:cNvPr>
          <p:cNvSpPr>
            <a:spLocks/>
          </p:cNvSpPr>
          <p:nvPr userDrawn="1"/>
        </p:nvSpPr>
        <p:spPr>
          <a:xfrm>
            <a:off x="-2" y="0"/>
            <a:ext cx="12192001" cy="2286000"/>
          </a:xfrm>
          <a:prstGeom prst="rect">
            <a:avLst/>
          </a:prstGeom>
          <a:solidFill>
            <a:schemeClr val="bg2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40" tIns="91440" rIns="91440" bIns="91440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FillTx/>
              <a:latin typeface="AvenirNext LT Com Regular" panose="020B0503020202020204" pitchFamily="34" charset="0"/>
              <a:cs typeface="Arial" panose="020B0604020202020204" pitchFamily="34" charset="0"/>
              <a:sym typeface="AvenirNext LT Com Regular"/>
            </a:endParaRPr>
          </a:p>
        </p:txBody>
      </p:sp>
      <p:sp>
        <p:nvSpPr>
          <p:cNvPr id="6" name="Photo Placeholder (Lhorz1/2)"/>
          <p:cNvSpPr>
            <a:spLocks noGrp="1"/>
          </p:cNvSpPr>
          <p:nvPr>
            <p:ph type="pic" sz="quarter" idx="16"/>
          </p:nvPr>
        </p:nvSpPr>
        <p:spPr>
          <a:xfrm>
            <a:off x="-2" y="0"/>
            <a:ext cx="12192002" cy="2286000"/>
          </a:xfrm>
          <a:solidFill>
            <a:schemeClr val="bg2"/>
          </a:solidFill>
        </p:spPr>
        <p:txBody>
          <a:bodyPr anchor="t" anchorCtr="1">
            <a:noAutofit/>
          </a:bodyPr>
          <a:lstStyle>
            <a:lvl1pPr marL="0" indent="0">
              <a:buNone/>
              <a:defRPr b="0" i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1" y="2514600"/>
            <a:ext cx="11276012" cy="488482"/>
          </a:xfrm>
        </p:spPr>
        <p:txBody>
          <a:bodyPr wrap="square" lIns="0" tIns="0" rIns="0" bIns="0" anchor="t" anchorCtr="0">
            <a:no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lvl="0" fontAlgn="auto"/>
            <a:r>
              <a:rPr lang="en-US" dirty="0"/>
              <a:t>Title text</a:t>
            </a:r>
          </a:p>
        </p:txBody>
      </p:sp>
      <p:sp>
        <p:nvSpPr>
          <p:cNvPr id="9" name="Body">
            <a:extLst>
              <a:ext uri="{FF2B5EF4-FFF2-40B4-BE49-F238E27FC236}">
                <a16:creationId xmlns:a16="http://schemas.microsoft.com/office/drawing/2014/main" id="{9B636806-2552-D297-5C24-EC0BF7DF644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1" y="3543300"/>
            <a:ext cx="11276012" cy="2057400"/>
          </a:xfrm>
          <a:ln w="12700">
            <a:miter lim="400000"/>
          </a:ln>
        </p:spPr>
        <p:txBody>
          <a:bodyPr wrap="square" lIns="0" tIns="0" rIns="0" bIns="0" numCol="3" spcCol="22860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lang="en-US" b="1" dirty="0"/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lang="en-US" b="1"/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lang="en-US" b="1" dirty="0"/>
            </a:lvl3pPr>
          </a:lstStyle>
          <a:p>
            <a:pPr marL="216000" lvl="0" indent="-216000">
              <a:buSzPct val="110000"/>
              <a:buFont typeface="Wingdings" pitchFamily="2" charset="2"/>
              <a:buChar char="§"/>
            </a:pPr>
            <a:r>
              <a:rPr lang="en-US"/>
              <a:t>Click to edit Master text styles</a:t>
            </a:r>
          </a:p>
          <a:p>
            <a:pPr marL="216000" lvl="1" indent="-216000">
              <a:buSzPct val="110000"/>
              <a:buFont typeface="Wingdings" pitchFamily="2" charset="2"/>
              <a:buChar char="§"/>
            </a:pPr>
            <a:r>
              <a:rPr lang="en-US"/>
              <a:t>Second level</a:t>
            </a:r>
          </a:p>
          <a:p>
            <a:pPr marL="216000" lvl="2" indent="-216000">
              <a:buSzPct val="110000"/>
              <a:buFont typeface="Wingdings" pitchFamily="2" charset="2"/>
              <a:buChar char="§"/>
            </a:pPr>
            <a:r>
              <a:rPr lang="en-US"/>
              <a:t>Third level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9DA510F6-8DD3-09F8-BAAC-C0662318F3B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57199" y="3012948"/>
            <a:ext cx="11276013" cy="301752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bg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ABD9F10-B08C-E8E6-67D7-688E57F0EA4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57200" y="5986915"/>
            <a:ext cx="11276013" cy="283712"/>
          </a:xfrm>
        </p:spPr>
        <p:txBody>
          <a:bodyPr wrap="square">
            <a:noAutofit/>
          </a:bodyPr>
          <a:lstStyle>
            <a:lvl1pPr>
              <a:lnSpc>
                <a:spcPct val="100000"/>
              </a:lnSpc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47491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hotoT-Title-1Line-Text-3Col_BR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(2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2514601"/>
            <a:ext cx="11276015" cy="478856"/>
          </a:xfrm>
        </p:spPr>
        <p:txBody>
          <a:bodyPr wrap="square" lIns="0" tIns="0" rIns="0" bIns="0" anchor="t" anchorCtr="0">
            <a:noAutofit/>
          </a:bodyPr>
          <a:lstStyle>
            <a:lvl1pPr>
              <a:defRPr lang="en-US" b="1" i="0" dirty="0">
                <a:solidFill>
                  <a:schemeClr val="bg1"/>
                </a:solidFill>
                <a:latin typeface="AvenirNext LT Com Medium" panose="020B0503020202020204" pitchFamily="34" charset="0"/>
              </a:defRPr>
            </a:lvl1pPr>
          </a:lstStyle>
          <a:p>
            <a:pPr lvl="0" fontAlgn="auto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ubtitle"/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3018743"/>
            <a:ext cx="11276015" cy="301752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accent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14" name="Body"/>
          <p:cNvSpPr>
            <a:spLocks noGrp="1"/>
          </p:cNvSpPr>
          <p:nvPr>
            <p:ph type="body" sz="quarter" idx="14"/>
          </p:nvPr>
        </p:nvSpPr>
        <p:spPr>
          <a:xfrm>
            <a:off x="457198" y="3543301"/>
            <a:ext cx="11276015" cy="2057400"/>
          </a:xfrm>
          <a:ln w="12700">
            <a:miter lim="400000"/>
          </a:ln>
        </p:spPr>
        <p:txBody>
          <a:bodyPr wrap="square" lIns="0" tIns="0" rIns="0" bIns="0" numCol="3" spcCol="22860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lang="en-US" b="1">
                <a:solidFill>
                  <a:schemeClr val="bg1"/>
                </a:solidFill>
              </a:defRPr>
            </a:lvl1pPr>
            <a:lvl2pPr marL="432000" indent="-216000">
              <a:spcBef>
                <a:spcPts val="0"/>
              </a:spcBef>
              <a:buFont typeface="Arial" panose="020B0604020202020204" pitchFamily="34" charset="0"/>
              <a:buChar char="–"/>
              <a:defRPr lang="en-US" b="1" dirty="0">
                <a:solidFill>
                  <a:schemeClr val="bg1"/>
                </a:solidFill>
              </a:defRPr>
            </a:lvl2pPr>
            <a:lvl3pPr marL="576000" indent="-144000">
              <a:spcBef>
                <a:spcPts val="0"/>
              </a:spcBef>
              <a:buFont typeface="AvenirNext LT Com Regular"/>
              <a:buChar char="•"/>
              <a:defRPr lang="en-US" b="1" dirty="0">
                <a:solidFill>
                  <a:schemeClr val="bg1"/>
                </a:solidFill>
              </a:defRPr>
            </a:lvl3pPr>
          </a:lstStyle>
          <a:p>
            <a:pPr marL="216000" lvl="0" indent="-216000">
              <a:buSzPct val="110000"/>
              <a:buFont typeface="Wingdings" pitchFamily="2" charset="2"/>
              <a:buChar char="§"/>
            </a:pPr>
            <a:r>
              <a:rPr lang="en-US"/>
              <a:t>Click to edit Master text styles</a:t>
            </a:r>
          </a:p>
          <a:p>
            <a:pPr marL="216000" lvl="1" indent="-216000">
              <a:buSzPct val="110000"/>
              <a:buFont typeface="Wingdings" pitchFamily="2" charset="2"/>
              <a:buChar char="§"/>
            </a:pPr>
            <a:r>
              <a:rPr lang="en-US"/>
              <a:t>Second level</a:t>
            </a:r>
          </a:p>
          <a:p>
            <a:pPr marL="216000" lvl="2" indent="-216000">
              <a:buSzPct val="110000"/>
              <a:buFont typeface="Wingdings" pitchFamily="2" charset="2"/>
              <a:buChar char="§"/>
            </a:pPr>
            <a:r>
              <a:rPr lang="en-US"/>
              <a:t>Third level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647C31B-BE7D-9000-3901-1B57DAF2730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457197" y="5948413"/>
            <a:ext cx="11276015" cy="325202"/>
          </a:xfrm>
        </p:spPr>
        <p:txBody>
          <a:bodyPr/>
          <a:lstStyle>
            <a:lvl1pPr>
              <a:defRPr b="0" i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3" name="CG Folio">
            <a:extLst>
              <a:ext uri="{FF2B5EF4-FFF2-40B4-BE49-F238E27FC236}">
                <a16:creationId xmlns:a16="http://schemas.microsoft.com/office/drawing/2014/main" id="{248DA917-132C-ACDA-4762-F50163CD1091}"/>
              </a:ext>
            </a:extLst>
          </p:cNvPr>
          <p:cNvSpPr txBox="1">
            <a:spLocks/>
          </p:cNvSpPr>
          <p:nvPr userDrawn="1"/>
        </p:nvSpPr>
        <p:spPr>
          <a:xfrm>
            <a:off x="457198" y="6309360"/>
            <a:ext cx="5529265" cy="18288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bg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  <p:sp>
        <p:nvSpPr>
          <p:cNvPr id="7" name="Photo Fill BrSap (Lhorz1/2)">
            <a:extLst>
              <a:ext uri="{FF2B5EF4-FFF2-40B4-BE49-F238E27FC236}">
                <a16:creationId xmlns:a16="http://schemas.microsoft.com/office/drawing/2014/main" id="{54733099-9783-FDB4-1945-036BC0C3C2E5}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12192000" cy="2286000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40" tIns="91440" rIns="91440" bIns="91440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FillTx/>
              <a:latin typeface="AvenirNext LT Com Regular" panose="020B0503020202020204" pitchFamily="34" charset="0"/>
              <a:cs typeface="Arial" panose="020B0604020202020204" pitchFamily="34" charset="0"/>
              <a:sym typeface="AvenirNext LT Com Regular"/>
            </a:endParaRPr>
          </a:p>
        </p:txBody>
      </p:sp>
      <p:sp>
        <p:nvSpPr>
          <p:cNvPr id="8" name="Photo Placeholder (Lhorz1/2)">
            <a:extLst>
              <a:ext uri="{FF2B5EF4-FFF2-40B4-BE49-F238E27FC236}">
                <a16:creationId xmlns:a16="http://schemas.microsoft.com/office/drawing/2014/main" id="{CEBA125A-62DD-B552-C790-CBC1E7492C2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2286000"/>
          </a:xfrm>
          <a:solidFill>
            <a:schemeClr val="bg1"/>
          </a:solidFill>
        </p:spPr>
        <p:txBody>
          <a:bodyPr anchor="t" anchorCtr="1">
            <a:noAutofit/>
          </a:bodyPr>
          <a:lstStyle>
            <a:lvl1pPr marL="0" indent="0">
              <a:buNone/>
              <a:defRPr b="0" i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Slide Number (Black)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727566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-Photo-BR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hoto Fill BrSap (Rhorz1/2)">
            <a:extLst>
              <a:ext uri="{FF2B5EF4-FFF2-40B4-BE49-F238E27FC236}">
                <a16:creationId xmlns:a16="http://schemas.microsoft.com/office/drawing/2014/main" id="{08DA32AF-5AFA-B6BF-163B-3562C70ECDD6}"/>
              </a:ext>
            </a:extLst>
          </p:cNvPr>
          <p:cNvSpPr>
            <a:spLocks/>
          </p:cNvSpPr>
          <p:nvPr userDrawn="1"/>
        </p:nvSpPr>
        <p:spPr>
          <a:xfrm>
            <a:off x="8201025" y="0"/>
            <a:ext cx="3990976" cy="6858000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40" tIns="91440" rIns="91440" bIns="91440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FillTx/>
              <a:latin typeface="AvenirNext LT Com Regular" panose="020B0503020202020204" pitchFamily="34" charset="0"/>
              <a:cs typeface="Arial" panose="020B0604020202020204" pitchFamily="34" charset="0"/>
              <a:sym typeface="AvenirNext LT Com Regular"/>
            </a:endParaRPr>
          </a:p>
        </p:txBody>
      </p:sp>
      <p:sp>
        <p:nvSpPr>
          <p:cNvPr id="6" name="Photo Placeholder (Rhorz1/2)"/>
          <p:cNvSpPr>
            <a:spLocks noGrp="1"/>
          </p:cNvSpPr>
          <p:nvPr>
            <p:ph type="pic" sz="quarter" idx="16"/>
          </p:nvPr>
        </p:nvSpPr>
        <p:spPr>
          <a:xfrm>
            <a:off x="8201025" y="0"/>
            <a:ext cx="3990974" cy="6858000"/>
          </a:xfrm>
        </p:spPr>
        <p:txBody>
          <a:bodyPr anchor="t" anchorCtr="1">
            <a:noAutofit/>
          </a:bodyPr>
          <a:lstStyle>
            <a:lvl1pPr marL="0" indent="0">
              <a:buNone/>
              <a:defRPr b="0" i="0">
                <a:latin typeface="AvenirNext LT Com Regular" panose="020B0503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Body">
            <a:extLst>
              <a:ext uri="{FF2B5EF4-FFF2-40B4-BE49-F238E27FC236}">
                <a16:creationId xmlns:a16="http://schemas.microsoft.com/office/drawing/2014/main" id="{9B636806-2552-D297-5C24-EC0BF7DF644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84274" y="1028700"/>
            <a:ext cx="6370956" cy="2286000"/>
          </a:xfrm>
        </p:spPr>
        <p:txBody>
          <a:bodyPr anchor="b" anchorCtr="0"/>
          <a:lstStyle>
            <a:lvl1pPr marL="9525" indent="-9525">
              <a:spcBef>
                <a:spcPts val="0"/>
              </a:spcBef>
              <a:spcAft>
                <a:spcPts val="0"/>
              </a:spcAft>
              <a:buClrTx/>
              <a:buFont typeface="AvenirNext LT Com Medium" panose="020B0803020202020204" pitchFamily="34" charset="0"/>
              <a:buNone/>
              <a:tabLst/>
              <a:defRPr sz="3600" b="0" i="0" baseline="0">
                <a:solidFill>
                  <a:schemeClr val="bg1"/>
                </a:solidFill>
                <a:latin typeface="AvenirNext LT Com Medium" panose="020B08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None/>
              <a:defRPr sz="1400" baseline="0">
                <a:latin typeface="AvenirNext LT Com" panose="02000503000000020004" pitchFamily="2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None/>
              <a:defRPr sz="1400" baseline="0">
                <a:latin typeface="AvenirNext LT Com" panose="02000503000000020004" pitchFamily="2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BD74D854-282E-329A-D120-00C72856E53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57201" y="5975862"/>
            <a:ext cx="6472238" cy="294763"/>
          </a:xfrm>
        </p:spPr>
        <p:txBody>
          <a:bodyPr wrap="square">
            <a:noAutofit/>
          </a:bodyPr>
          <a:lstStyle>
            <a:lvl1pPr>
              <a:lnSpc>
                <a:spcPct val="100000"/>
              </a:lnSpc>
              <a:defRPr b="0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5" name="Body">
            <a:extLst>
              <a:ext uri="{FF2B5EF4-FFF2-40B4-BE49-F238E27FC236}">
                <a16:creationId xmlns:a16="http://schemas.microsoft.com/office/drawing/2014/main" id="{5D53989E-1B29-7ADC-C0C9-537FB182EC6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184273" y="3600450"/>
            <a:ext cx="6370956" cy="1485900"/>
          </a:xfrm>
        </p:spPr>
        <p:txBody>
          <a:bodyPr anchor="t" anchorCtr="0"/>
          <a:lstStyle>
            <a:lvl1pPr marL="0" indent="0">
              <a:spcBef>
                <a:spcPts val="0"/>
              </a:spcBef>
              <a:spcAft>
                <a:spcPts val="0"/>
              </a:spcAft>
              <a:buClrTx/>
              <a:buFont typeface="AvenirNext LT Com Medium" panose="020B0803020202020204" pitchFamily="34" charset="0"/>
              <a:buNone/>
              <a:tabLst/>
              <a:defRPr sz="1600" b="1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None/>
              <a:defRPr sz="1400" baseline="0">
                <a:latin typeface="AvenirNext LT Com" panose="02000503000000020004" pitchFamily="2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None/>
              <a:defRPr sz="1400" baseline="0">
                <a:latin typeface="AvenirNext LT Com" panose="02000503000000020004" pitchFamily="2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 useBgFill="1">
        <p:nvSpPr>
          <p:cNvPr id="7" name="CG Folio">
            <a:extLst>
              <a:ext uri="{FF2B5EF4-FFF2-40B4-BE49-F238E27FC236}">
                <a16:creationId xmlns:a16="http://schemas.microsoft.com/office/drawing/2014/main" id="{AB3974E5-AE03-4757-9D30-B36EF41C2D86}"/>
              </a:ext>
            </a:extLst>
          </p:cNvPr>
          <p:cNvSpPr txBox="1">
            <a:spLocks/>
          </p:cNvSpPr>
          <p:nvPr userDrawn="1"/>
        </p:nvSpPr>
        <p:spPr>
          <a:xfrm>
            <a:off x="457198" y="6309360"/>
            <a:ext cx="5529265" cy="18288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bg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  <p:sp>
        <p:nvSpPr>
          <p:cNvPr id="4" name="Slide Number (White)"/>
          <p:cNvSpPr>
            <a:spLocks noGrp="1" noRot="1" noMove="1" noResize="1" noEditPoints="1" noAdjustHandles="1" noChangeArrowheads="1" noChangeShapeType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239459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ullets-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7">
            <a:extLst>
              <a:ext uri="{FF2B5EF4-FFF2-40B4-BE49-F238E27FC236}">
                <a16:creationId xmlns:a16="http://schemas.microsoft.com/office/drawing/2014/main" id="{5630F126-6F64-9744-1757-386576EF04F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89245" y="1485900"/>
            <a:ext cx="6171965" cy="184666"/>
          </a:xfrm>
          <a:ln w="12700">
            <a:miter lim="400000"/>
          </a:ln>
        </p:spPr>
        <p:txBody>
          <a:bodyPr wrap="square" lIns="0" tIns="0" rIns="0" bIns="0" anchor="b" anchorCtr="0">
            <a:noAutofit/>
          </a:bodyPr>
          <a:lstStyle>
            <a:lvl1pPr>
              <a:defRPr lang="en-GB" sz="1000" b="1" i="0" cap="all" spc="200" dirty="0">
                <a:solidFill>
                  <a:schemeClr val="bg2"/>
                </a:solidFill>
                <a:latin typeface="AvenirNext LT Com Medium" panose="020B0503020202020204" pitchFamily="34" charset="0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>
              <a:spcAft>
                <a:spcPts val="0"/>
              </a:spcAft>
            </a:pPr>
            <a:r>
              <a:rPr lang="en-US" dirty="0"/>
              <a:t>CLICK TO EDIT MASTER TEXT STYLES</a:t>
            </a:r>
            <a:endParaRPr lang="en-GB" dirty="0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D4FBFF53-8079-8961-F4A8-4635620B6C6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89246" y="1682255"/>
            <a:ext cx="9150104" cy="1632445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>
              <a:lnSpc>
                <a:spcPct val="95000"/>
              </a:lnSpc>
              <a:spcAft>
                <a:spcPts val="0"/>
              </a:spcAft>
              <a:defRPr kumimoji="0" sz="40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AvenirNext LT Com Medium" panose="020B0503020202020204" pitchFamily="34" charset="0"/>
                <a:ea typeface="+mn-ea"/>
                <a:cs typeface="+mn-cs"/>
                <a:sym typeface="AvenirNext LT Com Regular"/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6" name="Footer Placeholder 1">
            <a:extLst>
              <a:ext uri="{FF2B5EF4-FFF2-40B4-BE49-F238E27FC236}">
                <a16:creationId xmlns:a16="http://schemas.microsoft.com/office/drawing/2014/main" id="{F0F2654C-38A5-9FD9-F703-93EBE3DD568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889245" y="5931876"/>
            <a:ext cx="10843967" cy="341739"/>
          </a:xfrm>
        </p:spPr>
        <p:txBody>
          <a:bodyPr/>
          <a:lstStyle>
            <a:lvl1pPr>
              <a:defRPr b="0" i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11" name="Slide Number (Black)">
            <a:extLst>
              <a:ext uri="{FF2B5EF4-FFF2-40B4-BE49-F238E27FC236}">
                <a16:creationId xmlns:a16="http://schemas.microsoft.com/office/drawing/2014/main" id="{8E6702B6-CC3A-691B-39AE-DE73187C5F4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807575" y="6309360"/>
            <a:ext cx="1925638" cy="182880"/>
          </a:xfrm>
        </p:spPr>
        <p:txBody>
          <a:bodyPr/>
          <a:lstStyle>
            <a:lvl1pPr>
              <a:defRPr b="0" i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4" name="Body">
            <a:extLst>
              <a:ext uri="{FF2B5EF4-FFF2-40B4-BE49-F238E27FC236}">
                <a16:creationId xmlns:a16="http://schemas.microsoft.com/office/drawing/2014/main" id="{3B58A466-6D40-39E1-3DF6-E831B0055CC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9245" y="3336747"/>
            <a:ext cx="9150104" cy="2013306"/>
          </a:xfrm>
        </p:spPr>
        <p:txBody>
          <a:bodyPr/>
          <a:lstStyle>
            <a:lvl1pPr marL="295275" indent="-280988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2400" b="1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Font typeface="Arial" panose="020B0604020202020204" pitchFamily="34" charset="0"/>
              <a:buChar char="–"/>
              <a:defRPr sz="2000" baseline="0">
                <a:solidFill>
                  <a:schemeClr val="bg1"/>
                </a:solidFill>
                <a:latin typeface="AvenirNext LT Com" panose="02000503000000020004" pitchFamily="2" charset="0"/>
              </a:defRPr>
            </a:lvl2pPr>
            <a:lvl3pPr marL="576000" indent="-144000">
              <a:spcBef>
                <a:spcPts val="0"/>
              </a:spcBef>
              <a:buFont typeface="Arial" panose="020B0604020202020204" pitchFamily="34" charset="0"/>
              <a:buChar char="•"/>
              <a:defRPr sz="2000" baseline="0">
                <a:solidFill>
                  <a:schemeClr val="bg1"/>
                </a:solidFill>
                <a:latin typeface="AvenirNext LT Com" panose="02000503000000020004" pitchFamily="2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E78DBC9-5B81-85CB-E183-04301D31D66E}"/>
              </a:ext>
            </a:extLst>
          </p:cNvPr>
          <p:cNvSpPr/>
          <p:nvPr userDrawn="1"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bg2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40" tIns="91440" rIns="91440" bIns="91440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FillTx/>
              <a:latin typeface="AvenirNext LT Com Regular" panose="020B0503020202020204" pitchFamily="34" charset="0"/>
              <a:cs typeface="Arial" panose="020B0604020202020204" pitchFamily="34" charset="0"/>
              <a:sym typeface="AvenirNext LT Com Regular"/>
            </a:endParaRPr>
          </a:p>
        </p:txBody>
      </p:sp>
      <p:sp>
        <p:nvSpPr>
          <p:cNvPr id="8" name="CG Folio">
            <a:extLst>
              <a:ext uri="{FF2B5EF4-FFF2-40B4-BE49-F238E27FC236}">
                <a16:creationId xmlns:a16="http://schemas.microsoft.com/office/drawing/2014/main" id="{A92D7A3F-F7FD-2A89-6EA6-ADF6D7B5FC40}"/>
              </a:ext>
            </a:extLst>
          </p:cNvPr>
          <p:cNvSpPr txBox="1">
            <a:spLocks/>
          </p:cNvSpPr>
          <p:nvPr userDrawn="1"/>
        </p:nvSpPr>
        <p:spPr>
          <a:xfrm>
            <a:off x="879475" y="6309360"/>
            <a:ext cx="5719797" cy="18288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tx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</p:spTree>
    <p:extLst>
      <p:ext uri="{BB962C8B-B14F-4D97-AF65-F5344CB8AC3E}">
        <p14:creationId xmlns:p14="http://schemas.microsoft.com/office/powerpoint/2010/main" val="3114271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steps-BrSap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Placeholder 10">
            <a:extLst>
              <a:ext uri="{FF2B5EF4-FFF2-40B4-BE49-F238E27FC236}">
                <a16:creationId xmlns:a16="http://schemas.microsoft.com/office/drawing/2014/main" id="{1283CCE7-0016-6B01-D7E1-D847B23090B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0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 Placeholder 27">
            <a:extLst>
              <a:ext uri="{FF2B5EF4-FFF2-40B4-BE49-F238E27FC236}">
                <a16:creationId xmlns:a16="http://schemas.microsoft.com/office/drawing/2014/main" id="{5630F126-6F64-9744-1757-386576EF04F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1485900"/>
            <a:ext cx="5966371" cy="184666"/>
          </a:xfrm>
          <a:ln w="12700">
            <a:miter lim="400000"/>
          </a:ln>
        </p:spPr>
        <p:txBody>
          <a:bodyPr wrap="square" lIns="0" tIns="0" rIns="0" bIns="0" anchor="b" anchorCtr="0">
            <a:noAutofit/>
          </a:bodyPr>
          <a:lstStyle>
            <a:lvl1pPr>
              <a:defRPr lang="en-GB" sz="1000" b="1" i="0" cap="all" spc="200" dirty="0">
                <a:solidFill>
                  <a:schemeClr val="accent2"/>
                </a:solidFill>
                <a:latin typeface="AvenirNext LT Com Medium" panose="020B0503020202020204" pitchFamily="34" charset="0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>
              <a:spcAft>
                <a:spcPts val="0"/>
              </a:spcAft>
            </a:pPr>
            <a:r>
              <a:rPr lang="en-US" dirty="0"/>
              <a:t>CLICK TO EDIT MASTER TEXT STYLES</a:t>
            </a:r>
            <a:endParaRPr lang="en-GB" dirty="0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D4FBFF53-8079-8961-F4A8-4635620B6C6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1" y="1682255"/>
            <a:ext cx="9582150" cy="1632445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>
              <a:lnSpc>
                <a:spcPct val="95000"/>
              </a:lnSpc>
              <a:spcAft>
                <a:spcPts val="0"/>
              </a:spcAft>
              <a:defRPr kumimoji="0" sz="4000" b="1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AvenirNext LT Com Medium" panose="020B0503020202020204" pitchFamily="34" charset="0"/>
                <a:ea typeface="+mn-ea"/>
                <a:cs typeface="+mn-cs"/>
                <a:sym typeface="AvenirNext LT Com Regular"/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6" name="Footer Placeholder 1">
            <a:extLst>
              <a:ext uri="{FF2B5EF4-FFF2-40B4-BE49-F238E27FC236}">
                <a16:creationId xmlns:a16="http://schemas.microsoft.com/office/drawing/2014/main" id="{F0F2654C-38A5-9FD9-F703-93EBE3DD568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457200" y="6006856"/>
            <a:ext cx="11276013" cy="266759"/>
          </a:xfrm>
        </p:spPr>
        <p:txBody>
          <a:bodyPr/>
          <a:lstStyle>
            <a:lvl1pPr>
              <a:defRPr b="0" i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7" name="CG Folio">
            <a:extLst>
              <a:ext uri="{FF2B5EF4-FFF2-40B4-BE49-F238E27FC236}">
                <a16:creationId xmlns:a16="http://schemas.microsoft.com/office/drawing/2014/main" id="{F61054C4-E543-9AE6-07E5-0119054B3312}"/>
              </a:ext>
            </a:extLst>
          </p:cNvPr>
          <p:cNvSpPr txBox="1">
            <a:spLocks/>
          </p:cNvSpPr>
          <p:nvPr userDrawn="1"/>
        </p:nvSpPr>
        <p:spPr>
          <a:xfrm>
            <a:off x="457198" y="6309360"/>
            <a:ext cx="5529265" cy="18288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bg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  <p:sp>
        <p:nvSpPr>
          <p:cNvPr id="11" name="Slide Number (Black)">
            <a:extLst>
              <a:ext uri="{FF2B5EF4-FFF2-40B4-BE49-F238E27FC236}">
                <a16:creationId xmlns:a16="http://schemas.microsoft.com/office/drawing/2014/main" id="{8E6702B6-CC3A-691B-39AE-DE73187C5F4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807575" y="6309360"/>
            <a:ext cx="1925638" cy="182880"/>
          </a:xfrm>
        </p:spPr>
        <p:txBody>
          <a:bodyPr/>
          <a:lstStyle>
            <a:lvl1pPr>
              <a:defRPr b="0" i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4" name="Body">
            <a:extLst>
              <a:ext uri="{FF2B5EF4-FFF2-40B4-BE49-F238E27FC236}">
                <a16:creationId xmlns:a16="http://schemas.microsoft.com/office/drawing/2014/main" id="{3B58A466-6D40-39E1-3DF6-E831B0055CC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0" y="3336747"/>
            <a:ext cx="9582150" cy="2013306"/>
          </a:xfrm>
        </p:spPr>
        <p:txBody>
          <a:bodyPr/>
          <a:lstStyle>
            <a:lvl1pPr marL="295275" indent="-280988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2400" b="1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Font typeface="Arial" panose="020B0604020202020204" pitchFamily="34" charset="0"/>
              <a:buChar char="–"/>
              <a:defRPr sz="2000" baseline="0">
                <a:solidFill>
                  <a:schemeClr val="bg1"/>
                </a:solidFill>
                <a:latin typeface="AvenirNext LT Com" panose="02000503000000020004" pitchFamily="2" charset="0"/>
              </a:defRPr>
            </a:lvl2pPr>
            <a:lvl3pPr marL="576000" indent="-144000">
              <a:spcBef>
                <a:spcPts val="0"/>
              </a:spcBef>
              <a:buFont typeface="Arial" panose="020B0604020202020204" pitchFamily="34" charset="0"/>
              <a:buChar char="•"/>
              <a:defRPr sz="2000" baseline="0">
                <a:solidFill>
                  <a:schemeClr val="bg1"/>
                </a:solidFill>
                <a:latin typeface="AvenirNext LT Com" panose="02000503000000020004" pitchFamily="2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508954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DkSap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7">
            <a:extLst>
              <a:ext uri="{FF2B5EF4-FFF2-40B4-BE49-F238E27FC236}">
                <a16:creationId xmlns:a16="http://schemas.microsoft.com/office/drawing/2014/main" id="{5630F126-6F64-9744-1757-386576EF04F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1485900"/>
            <a:ext cx="5966371" cy="184666"/>
          </a:xfrm>
          <a:ln w="12700">
            <a:miter lim="400000"/>
          </a:ln>
        </p:spPr>
        <p:txBody>
          <a:bodyPr wrap="square" lIns="0" tIns="0" rIns="0" bIns="0" anchor="b" anchorCtr="0">
            <a:noAutofit/>
          </a:bodyPr>
          <a:lstStyle>
            <a:lvl1pPr>
              <a:defRPr lang="en-GB" sz="1000" b="1" i="0" cap="all" spc="200" dirty="0">
                <a:solidFill>
                  <a:schemeClr val="accent2"/>
                </a:solidFill>
                <a:latin typeface="AvenirNext LT Com Medium" panose="020B0503020202020204" pitchFamily="34" charset="0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>
              <a:spcAft>
                <a:spcPts val="0"/>
              </a:spcAft>
            </a:pPr>
            <a:r>
              <a:rPr lang="en-US" dirty="0"/>
              <a:t>CLICK TO EDIT MASTER TEXT STYLES</a:t>
            </a:r>
            <a:endParaRPr lang="en-GB" dirty="0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D4FBFF53-8079-8961-F4A8-4635620B6C6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1" y="1682255"/>
            <a:ext cx="9582150" cy="1632445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>
              <a:lnSpc>
                <a:spcPct val="95000"/>
              </a:lnSpc>
              <a:spcAft>
                <a:spcPts val="0"/>
              </a:spcAft>
              <a:defRPr kumimoji="0" sz="4000" b="1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AvenirNext LT Com Medium" panose="020B0503020202020204" pitchFamily="34" charset="0"/>
                <a:ea typeface="+mn-ea"/>
                <a:cs typeface="+mn-cs"/>
                <a:sym typeface="AvenirNext LT Com Regular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1">
            <a:extLst>
              <a:ext uri="{FF2B5EF4-FFF2-40B4-BE49-F238E27FC236}">
                <a16:creationId xmlns:a16="http://schemas.microsoft.com/office/drawing/2014/main" id="{F0F2654C-38A5-9FD9-F703-93EBE3DD568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457200" y="6006856"/>
            <a:ext cx="11276013" cy="266759"/>
          </a:xfrm>
        </p:spPr>
        <p:txBody>
          <a:bodyPr/>
          <a:lstStyle>
            <a:lvl1pPr>
              <a:defRPr b="0" i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7" name="CG Folio">
            <a:extLst>
              <a:ext uri="{FF2B5EF4-FFF2-40B4-BE49-F238E27FC236}">
                <a16:creationId xmlns:a16="http://schemas.microsoft.com/office/drawing/2014/main" id="{F61054C4-E543-9AE6-07E5-0119054B3312}"/>
              </a:ext>
            </a:extLst>
          </p:cNvPr>
          <p:cNvSpPr txBox="1">
            <a:spLocks/>
          </p:cNvSpPr>
          <p:nvPr userDrawn="1"/>
        </p:nvSpPr>
        <p:spPr>
          <a:xfrm>
            <a:off x="457198" y="6309360"/>
            <a:ext cx="5529265" cy="18288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bg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  <p:sp>
        <p:nvSpPr>
          <p:cNvPr id="11" name="Slide Number (Black)">
            <a:extLst>
              <a:ext uri="{FF2B5EF4-FFF2-40B4-BE49-F238E27FC236}">
                <a16:creationId xmlns:a16="http://schemas.microsoft.com/office/drawing/2014/main" id="{8E6702B6-CC3A-691B-39AE-DE73187C5F4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807575" y="6309360"/>
            <a:ext cx="1925638" cy="182880"/>
          </a:xfrm>
        </p:spPr>
        <p:txBody>
          <a:bodyPr/>
          <a:lstStyle>
            <a:lvl1pPr>
              <a:defRPr b="0" i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4" name="Body">
            <a:extLst>
              <a:ext uri="{FF2B5EF4-FFF2-40B4-BE49-F238E27FC236}">
                <a16:creationId xmlns:a16="http://schemas.microsoft.com/office/drawing/2014/main" id="{3B58A466-6D40-39E1-3DF6-E831B0055CC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0" y="3336747"/>
            <a:ext cx="9582150" cy="2013306"/>
          </a:xfrm>
        </p:spPr>
        <p:txBody>
          <a:bodyPr/>
          <a:lstStyle>
            <a:lvl1pPr marL="17463" indent="-3175">
              <a:spcBef>
                <a:spcPts val="0"/>
              </a:spcBef>
              <a:buClrTx/>
              <a:buSzPct val="110000"/>
              <a:buFont typeface="Wingdings" pitchFamily="2" charset="2"/>
              <a:buNone/>
              <a:tabLst/>
              <a:defRPr sz="2400" b="1" i="0" baseline="0">
                <a:solidFill>
                  <a:schemeClr val="accent2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Font typeface="Arial" panose="020B0604020202020204" pitchFamily="34" charset="0"/>
              <a:buChar char="–"/>
              <a:defRPr sz="2000" baseline="0">
                <a:solidFill>
                  <a:schemeClr val="bg1"/>
                </a:solidFill>
                <a:latin typeface="AvenirNext LT Com" panose="02000503000000020004" pitchFamily="2" charset="0"/>
              </a:defRPr>
            </a:lvl2pPr>
            <a:lvl3pPr marL="576000" indent="-144000">
              <a:spcBef>
                <a:spcPts val="0"/>
              </a:spcBef>
              <a:buFont typeface="Arial" panose="020B0604020202020204" pitchFamily="34" charset="0"/>
              <a:buChar char="•"/>
              <a:defRPr sz="2000" baseline="0">
                <a:solidFill>
                  <a:schemeClr val="bg1"/>
                </a:solidFill>
                <a:latin typeface="AvenirNext LT Com" panose="02000503000000020004" pitchFamily="2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4325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Line-Column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hart Placeholder 7">
            <a:extLst>
              <a:ext uri="{FF2B5EF4-FFF2-40B4-BE49-F238E27FC236}">
                <a16:creationId xmlns:a16="http://schemas.microsoft.com/office/drawing/2014/main" id="{7D88A743-C82D-C12E-ABBA-E71D50630461}"/>
              </a:ext>
            </a:extLst>
          </p:cNvPr>
          <p:cNvSpPr>
            <a:spLocks noGrp="1"/>
          </p:cNvSpPr>
          <p:nvPr>
            <p:ph type="chart" sz="quarter" idx="17" hasCustomPrompt="1"/>
          </p:nvPr>
        </p:nvSpPr>
        <p:spPr>
          <a:xfrm>
            <a:off x="457200" y="2285999"/>
            <a:ext cx="11276013" cy="3646967"/>
          </a:xfrm>
        </p:spPr>
        <p:txBody>
          <a:bodyPr/>
          <a:lstStyle/>
          <a:p>
            <a:r>
              <a:rPr lang="en-US"/>
              <a:t>Click icon to add Column chart</a:t>
            </a:r>
            <a:endParaRPr lang="en-GB"/>
          </a:p>
        </p:txBody>
      </p:sp>
      <p:sp>
        <p:nvSpPr>
          <p:cNvPr id="4" name="Slide Number (Black)"/>
          <p:cNvSpPr>
            <a:spLocks noGrp="1" noRot="1" noMove="1" noResize="1" noEditPoints="1" noAdjustHandles="1" noChangeArrowheads="1" noChangeShapeType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 (1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6013" cy="571500"/>
          </a:xfrm>
        </p:spPr>
        <p:txBody>
          <a:bodyPr/>
          <a:lstStyle>
            <a:lvl1pPr>
              <a:defRPr b="1" i="0">
                <a:latin typeface="AvenirNext LT Com Medium" panose="020B0503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457200" y="6060558"/>
            <a:ext cx="11276013" cy="21006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7" name="Chart Title Placeholder">
            <a:extLst>
              <a:ext uri="{FF2B5EF4-FFF2-40B4-BE49-F238E27FC236}">
                <a16:creationId xmlns:a16="http://schemas.microsoft.com/office/drawing/2014/main" id="{FB35523F-45ED-C101-0048-066A9DABF9C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993" y="1683327"/>
            <a:ext cx="11276013" cy="602673"/>
          </a:xfrm>
        </p:spPr>
        <p:txBody>
          <a:bodyPr/>
          <a:lstStyle>
            <a:lvl1pPr>
              <a:spcAft>
                <a:spcPts val="0"/>
              </a:spcAft>
              <a:defRPr b="1"/>
            </a:lvl1pPr>
            <a:lvl2pPr marL="0" indent="0">
              <a:spcAft>
                <a:spcPts val="0"/>
              </a:spcAft>
              <a:defRPr sz="1600"/>
            </a:lvl2pPr>
          </a:lstStyle>
          <a:p>
            <a:pPr lvl="0"/>
            <a:r>
              <a:rPr lang="en-US" dirty="0"/>
              <a:t>Click to edit Chart title</a:t>
            </a:r>
          </a:p>
          <a:p>
            <a:pPr lvl="1"/>
            <a:r>
              <a:rPr lang="en-US" dirty="0"/>
              <a:t>Click to edits Chart subtitle</a:t>
            </a:r>
            <a:endParaRPr lang="en-GB" dirty="0"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4EB6F7B-4D78-5388-9218-C026C51DA9A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1028699"/>
            <a:ext cx="11276013" cy="457201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bg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1917274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Line-Bar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hart Placeholder 7">
            <a:extLst>
              <a:ext uri="{FF2B5EF4-FFF2-40B4-BE49-F238E27FC236}">
                <a16:creationId xmlns:a16="http://schemas.microsoft.com/office/drawing/2014/main" id="{7D88A743-C82D-C12E-ABBA-E71D50630461}"/>
              </a:ext>
            </a:extLst>
          </p:cNvPr>
          <p:cNvSpPr>
            <a:spLocks noGrp="1"/>
          </p:cNvSpPr>
          <p:nvPr>
            <p:ph type="chart" sz="quarter" idx="17" hasCustomPrompt="1"/>
          </p:nvPr>
        </p:nvSpPr>
        <p:spPr>
          <a:xfrm>
            <a:off x="457200" y="2285999"/>
            <a:ext cx="11276013" cy="3646967"/>
          </a:xfrm>
        </p:spPr>
        <p:txBody>
          <a:bodyPr/>
          <a:lstStyle/>
          <a:p>
            <a:r>
              <a:rPr lang="en-US"/>
              <a:t>Click icon to add Bar chart</a:t>
            </a:r>
            <a:endParaRPr lang="en-GB"/>
          </a:p>
        </p:txBody>
      </p:sp>
      <p:sp>
        <p:nvSpPr>
          <p:cNvPr id="4" name="Slide Number (Black)"/>
          <p:cNvSpPr>
            <a:spLocks noGrp="1" noRot="1" noMove="1" noResize="1" noEditPoints="1" noAdjustHandles="1" noChangeArrowheads="1" noChangeShapeType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 (1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6013" cy="571500"/>
          </a:xfrm>
        </p:spPr>
        <p:txBody>
          <a:bodyPr/>
          <a:lstStyle>
            <a:lvl1pPr>
              <a:defRPr b="1" i="0">
                <a:latin typeface="AvenirNext LT Com Medium" panose="020B0503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457200" y="6060558"/>
            <a:ext cx="11276013" cy="21006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7" name="Chart Title Placeholder">
            <a:extLst>
              <a:ext uri="{FF2B5EF4-FFF2-40B4-BE49-F238E27FC236}">
                <a16:creationId xmlns:a16="http://schemas.microsoft.com/office/drawing/2014/main" id="{FB35523F-45ED-C101-0048-066A9DABF9C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993" y="1683327"/>
            <a:ext cx="11276013" cy="602673"/>
          </a:xfrm>
        </p:spPr>
        <p:txBody>
          <a:bodyPr/>
          <a:lstStyle>
            <a:lvl1pPr>
              <a:spcAft>
                <a:spcPts val="0"/>
              </a:spcAft>
              <a:defRPr b="1"/>
            </a:lvl1pPr>
            <a:lvl2pPr marL="0" indent="0">
              <a:spcAft>
                <a:spcPts val="0"/>
              </a:spcAft>
              <a:defRPr sz="1600"/>
            </a:lvl2pPr>
          </a:lstStyle>
          <a:p>
            <a:pPr lvl="0"/>
            <a:r>
              <a:rPr lang="en-US"/>
              <a:t>Click to edit Chart title</a:t>
            </a:r>
          </a:p>
          <a:p>
            <a:pPr lvl="1"/>
            <a:r>
              <a:rPr lang="en-US"/>
              <a:t>Click to edits Chart subtitle</a:t>
            </a:r>
            <a:endParaRPr lang="en-GB"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4EB6F7B-4D78-5388-9218-C026C51DA9A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1028699"/>
            <a:ext cx="11276013" cy="457201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bg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25351763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-1Line-Line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hart Placeholder 7">
            <a:extLst>
              <a:ext uri="{FF2B5EF4-FFF2-40B4-BE49-F238E27FC236}">
                <a16:creationId xmlns:a16="http://schemas.microsoft.com/office/drawing/2014/main" id="{7D88A743-C82D-C12E-ABBA-E71D50630461}"/>
              </a:ext>
            </a:extLst>
          </p:cNvPr>
          <p:cNvSpPr>
            <a:spLocks noGrp="1"/>
          </p:cNvSpPr>
          <p:nvPr>
            <p:ph type="chart" sz="quarter" idx="17" hasCustomPrompt="1"/>
          </p:nvPr>
        </p:nvSpPr>
        <p:spPr>
          <a:xfrm>
            <a:off x="457200" y="2285999"/>
            <a:ext cx="11276013" cy="3646967"/>
          </a:xfrm>
        </p:spPr>
        <p:txBody>
          <a:bodyPr/>
          <a:lstStyle/>
          <a:p>
            <a:r>
              <a:rPr lang="en-US"/>
              <a:t>Click icon to add Line chart</a:t>
            </a:r>
            <a:endParaRPr lang="en-GB"/>
          </a:p>
        </p:txBody>
      </p:sp>
      <p:sp>
        <p:nvSpPr>
          <p:cNvPr id="4" name="Slide Number (Black)"/>
          <p:cNvSpPr>
            <a:spLocks noGrp="1" noRot="1" noMove="1" noResize="1" noEditPoints="1" noAdjustHandles="1" noChangeArrowheads="1" noChangeShapeType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 (1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6013" cy="571500"/>
          </a:xfrm>
        </p:spPr>
        <p:txBody>
          <a:bodyPr/>
          <a:lstStyle>
            <a:lvl1pPr>
              <a:defRPr b="1" i="0">
                <a:latin typeface="AvenirNext LT Com Medium" panose="020B0503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457200" y="6060558"/>
            <a:ext cx="11276013" cy="21006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7" name="Chart Title Placeholder">
            <a:extLst>
              <a:ext uri="{FF2B5EF4-FFF2-40B4-BE49-F238E27FC236}">
                <a16:creationId xmlns:a16="http://schemas.microsoft.com/office/drawing/2014/main" id="{FB35523F-45ED-C101-0048-066A9DABF9C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993" y="1683327"/>
            <a:ext cx="11276013" cy="602673"/>
          </a:xfrm>
        </p:spPr>
        <p:txBody>
          <a:bodyPr/>
          <a:lstStyle>
            <a:lvl1pPr>
              <a:spcAft>
                <a:spcPts val="0"/>
              </a:spcAft>
              <a:defRPr b="1"/>
            </a:lvl1pPr>
            <a:lvl2pPr marL="0" indent="0">
              <a:spcAft>
                <a:spcPts val="0"/>
              </a:spcAft>
              <a:defRPr sz="1600"/>
            </a:lvl2pPr>
          </a:lstStyle>
          <a:p>
            <a:pPr lvl="0"/>
            <a:r>
              <a:rPr lang="en-US"/>
              <a:t>Click to edit Chart title</a:t>
            </a:r>
          </a:p>
          <a:p>
            <a:pPr lvl="1"/>
            <a:r>
              <a:rPr lang="en-US"/>
              <a:t>Click to edits Chart subtitle</a:t>
            </a:r>
            <a:endParaRPr lang="en-GB"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4EB6F7B-4D78-5388-9218-C026C51DA9A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1028699"/>
            <a:ext cx="11276013" cy="457201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bg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734607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1-line) 2xPie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(Black)"/>
          <p:cNvSpPr>
            <a:spLocks noGrp="1" noRot="1" noMove="1" noResize="1" noEditPoints="1" noAdjustHandles="1" noChangeArrowheads="1" noChangeShapeType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 (1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6013" cy="571500"/>
          </a:xfrm>
        </p:spPr>
        <p:txBody>
          <a:bodyPr/>
          <a:lstStyle>
            <a:lvl1pPr>
              <a:defRPr b="1" i="0">
                <a:latin typeface="AvenirNext LT Com Medium" panose="020B0503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hart Title Placeholder">
            <a:extLst>
              <a:ext uri="{FF2B5EF4-FFF2-40B4-BE49-F238E27FC236}">
                <a16:creationId xmlns:a16="http://schemas.microsoft.com/office/drawing/2014/main" id="{FB35523F-45ED-C101-0048-066A9DABF9C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6789" y="1638942"/>
            <a:ext cx="5499674" cy="516808"/>
          </a:xfrm>
        </p:spPr>
        <p:txBody>
          <a:bodyPr/>
          <a:lstStyle>
            <a:lvl1pPr>
              <a:spcAft>
                <a:spcPts val="0"/>
              </a:spcAft>
              <a:defRPr b="1" i="0">
                <a:latin typeface="AvenirNext LT Com Regular" panose="020B0503020202020204" pitchFamily="34" charset="0"/>
              </a:defRPr>
            </a:lvl1pPr>
            <a:lvl2pPr marL="0" indent="0">
              <a:spcAft>
                <a:spcPts val="0"/>
              </a:spcAft>
              <a:defRPr sz="1600" b="0" i="0">
                <a:latin typeface="AvenirNext LT Com Regular" panose="020B0503020202020204" pitchFamily="34" charset="0"/>
              </a:defRPr>
            </a:lvl2pPr>
          </a:lstStyle>
          <a:p>
            <a:pPr lvl="0"/>
            <a:r>
              <a:rPr lang="en-US" dirty="0"/>
              <a:t>Click to edit chart title</a:t>
            </a:r>
          </a:p>
          <a:p>
            <a:pPr lvl="1"/>
            <a:r>
              <a:rPr lang="en-US" dirty="0"/>
              <a:t>Click to edits chart subtitle</a:t>
            </a:r>
            <a:endParaRPr lang="en-GB" dirty="0"/>
          </a:p>
        </p:txBody>
      </p:sp>
      <p:sp>
        <p:nvSpPr>
          <p:cNvPr id="2" name="Chart Title Placeholder">
            <a:extLst>
              <a:ext uri="{FF2B5EF4-FFF2-40B4-BE49-F238E27FC236}">
                <a16:creationId xmlns:a16="http://schemas.microsoft.com/office/drawing/2014/main" id="{B5972398-F9A6-C9C2-8DB0-58AF96A93D3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9188" y="1638942"/>
            <a:ext cx="5534025" cy="516808"/>
          </a:xfrm>
        </p:spPr>
        <p:txBody>
          <a:bodyPr/>
          <a:lstStyle>
            <a:lvl1pPr>
              <a:spcAft>
                <a:spcPts val="0"/>
              </a:spcAft>
              <a:defRPr b="1" i="0">
                <a:latin typeface="AvenirNext LT Com Regular" panose="020B0503020202020204" pitchFamily="34" charset="0"/>
              </a:defRPr>
            </a:lvl1pPr>
            <a:lvl2pPr marL="0" indent="0">
              <a:spcAft>
                <a:spcPts val="0"/>
              </a:spcAft>
              <a:defRPr sz="1600" b="0" i="0">
                <a:latin typeface="AvenirNext LT Com Regular" panose="020B0503020202020204" pitchFamily="34" charset="0"/>
              </a:defRPr>
            </a:lvl2pPr>
          </a:lstStyle>
          <a:p>
            <a:pPr lvl="0"/>
            <a:r>
              <a:rPr lang="en-US" dirty="0"/>
              <a:t>Click to edit chart title</a:t>
            </a:r>
          </a:p>
          <a:p>
            <a:pPr lvl="1"/>
            <a:r>
              <a:rPr lang="en-US" dirty="0"/>
              <a:t>Click to edits chart subtitle</a:t>
            </a:r>
            <a:endParaRPr lang="en-GB" dirty="0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6127E5C3-BC80-8695-1678-4449BE79799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1028699"/>
            <a:ext cx="11276013" cy="457201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bg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/>
              <a:t>Subtitle</a:t>
            </a:r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2F4FA23E-236B-C83F-C78B-019F52C495E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57200" y="6060558"/>
            <a:ext cx="11276013" cy="21006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11" name="Chart Placeholder 7">
            <a:extLst>
              <a:ext uri="{FF2B5EF4-FFF2-40B4-BE49-F238E27FC236}">
                <a16:creationId xmlns:a16="http://schemas.microsoft.com/office/drawing/2014/main" id="{B32248A1-AB81-C858-962A-B6998083D30B}"/>
              </a:ext>
            </a:extLst>
          </p:cNvPr>
          <p:cNvSpPr>
            <a:spLocks noGrp="1"/>
          </p:cNvSpPr>
          <p:nvPr>
            <p:ph type="chart" sz="quarter" idx="17" hasCustomPrompt="1"/>
          </p:nvPr>
        </p:nvSpPr>
        <p:spPr>
          <a:xfrm>
            <a:off x="457200" y="2286000"/>
            <a:ext cx="5529263" cy="3646966"/>
          </a:xfrm>
        </p:spPr>
        <p:txBody>
          <a:bodyPr/>
          <a:lstStyle/>
          <a:p>
            <a:r>
              <a:rPr lang="en-US" dirty="0"/>
              <a:t>Click icon to add Pie chart</a:t>
            </a:r>
            <a:endParaRPr lang="en-GB" dirty="0"/>
          </a:p>
        </p:txBody>
      </p:sp>
      <p:sp>
        <p:nvSpPr>
          <p:cNvPr id="12" name="Chart Placeholder 7">
            <a:extLst>
              <a:ext uri="{FF2B5EF4-FFF2-40B4-BE49-F238E27FC236}">
                <a16:creationId xmlns:a16="http://schemas.microsoft.com/office/drawing/2014/main" id="{8E0B8776-8AB4-2AC7-52A2-30FE0EE24BB2}"/>
              </a:ext>
            </a:extLst>
          </p:cNvPr>
          <p:cNvSpPr>
            <a:spLocks noGrp="1"/>
          </p:cNvSpPr>
          <p:nvPr>
            <p:ph type="chart" sz="quarter" idx="19" hasCustomPrompt="1"/>
          </p:nvPr>
        </p:nvSpPr>
        <p:spPr>
          <a:xfrm>
            <a:off x="6199188" y="2286000"/>
            <a:ext cx="5529263" cy="3646966"/>
          </a:xfrm>
        </p:spPr>
        <p:txBody>
          <a:bodyPr/>
          <a:lstStyle/>
          <a:p>
            <a:r>
              <a:rPr lang="en-US"/>
              <a:t>Click icon to add Pie chart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3037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1-line)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(Black)"/>
          <p:cNvSpPr>
            <a:spLocks noGrp="1" noRot="1" noMove="1" noResize="1" noEditPoints="1" noAdjustHandles="1" noChangeArrowheads="1" noChangeShapeType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 (1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6013" cy="554304"/>
          </a:xfrm>
        </p:spPr>
        <p:txBody>
          <a:bodyPr/>
          <a:lstStyle>
            <a:lvl1pPr>
              <a:defRPr b="1" i="0">
                <a:latin typeface="AvenirNext LT Com Medium" panose="020B0503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hart Title Placeholder">
            <a:extLst>
              <a:ext uri="{FF2B5EF4-FFF2-40B4-BE49-F238E27FC236}">
                <a16:creationId xmlns:a16="http://schemas.microsoft.com/office/drawing/2014/main" id="{FB35523F-45ED-C101-0048-066A9DABF9C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1531938"/>
            <a:ext cx="11276013" cy="516808"/>
          </a:xfrm>
        </p:spPr>
        <p:txBody>
          <a:bodyPr/>
          <a:lstStyle>
            <a:lvl1pPr>
              <a:spcAft>
                <a:spcPts val="0"/>
              </a:spcAft>
              <a:defRPr b="1" i="0">
                <a:latin typeface="AvenirNext LT Com Regular" panose="020B0503020202020204" pitchFamily="34" charset="0"/>
              </a:defRPr>
            </a:lvl1pPr>
            <a:lvl2pPr marL="0" indent="0">
              <a:spcAft>
                <a:spcPts val="0"/>
              </a:spcAft>
              <a:defRPr sz="1600" b="0" i="0">
                <a:latin typeface="AvenirNext LT Com Regular" panose="020B0503020202020204" pitchFamily="34" charset="0"/>
              </a:defRPr>
            </a:lvl2pPr>
          </a:lstStyle>
          <a:p>
            <a:pPr lvl="0"/>
            <a:r>
              <a:rPr lang="en-US" dirty="0"/>
              <a:t>Click to edit Table title</a:t>
            </a:r>
          </a:p>
          <a:p>
            <a:pPr lvl="1"/>
            <a:r>
              <a:rPr lang="en-US" dirty="0"/>
              <a:t>Click to edits Table subtitle</a:t>
            </a:r>
            <a:endParaRPr lang="en-GB" dirty="0"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5B35EA2-B222-9ECE-2285-8BCA839BE9C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1028699"/>
            <a:ext cx="11276013" cy="457201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i="0" dirty="0">
                <a:solidFill>
                  <a:schemeClr val="bg2"/>
                </a:solidFill>
                <a:latin typeface="AvenirNext LT Com Regular" panose="020B0503020202020204" pitchFamily="34" charset="0"/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3C6E3B1-783E-79EA-E4F5-3C13BB9BC0D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57200" y="6060558"/>
            <a:ext cx="11276013" cy="21006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48444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 / Disclos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(Black)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 (1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6013" cy="571500"/>
          </a:xfrm>
        </p:spPr>
        <p:txBody>
          <a:bodyPr/>
          <a:lstStyle>
            <a:lvl1pPr>
              <a:defRPr b="1" i="0">
                <a:latin typeface="AvenirNext LT Com Medium" panose="020B0503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Body"/>
          <p:cNvSpPr>
            <a:spLocks noGrp="1"/>
          </p:cNvSpPr>
          <p:nvPr>
            <p:ph type="body" sz="quarter" idx="14"/>
          </p:nvPr>
        </p:nvSpPr>
        <p:spPr>
          <a:xfrm>
            <a:off x="457200" y="1485900"/>
            <a:ext cx="11276013" cy="41148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400"/>
              </a:spcAft>
              <a:buClrTx/>
              <a:buFont typeface="AvenirNext LT Com Medium" panose="020B0803020202020204" pitchFamily="34" charset="0"/>
              <a:buNone/>
              <a:tabLst/>
              <a:defRPr sz="1100" b="0" i="0" baseline="0"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None/>
              <a:defRPr sz="1400" baseline="0">
                <a:latin typeface="AvenirNext LT Com" panose="02000503000000020004" pitchFamily="2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None/>
              <a:defRPr baseline="0">
                <a:latin typeface="AvenirNext LT Com" panose="02000503000000020004" pitchFamily="2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53705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lide Number (Black)"/>
          <p:cNvSpPr txBox="1">
            <a:spLocks noGrp="1"/>
          </p:cNvSpPr>
          <p:nvPr>
            <p:ph type="sldNum" sz="quarter" idx="4"/>
          </p:nvPr>
        </p:nvSpPr>
        <p:spPr>
          <a:xfrm>
            <a:off x="9807575" y="6309360"/>
            <a:ext cx="1925638" cy="182880"/>
          </a:xfrm>
          <a:prstGeom prst="rect">
            <a:avLst/>
          </a:prstGeom>
          <a:ln w="12700">
            <a:miter lim="400000"/>
          </a:ln>
        </p:spPr>
        <p:txBody>
          <a:bodyPr wrap="square" lIns="0" tIns="0" rIns="0" bIns="0" anchor="b" anchorCtr="0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lang="en-US" sz="800" b="0" i="0" spc="0" baseline="0" smtClean="0">
                <a:solidFill>
                  <a:schemeClr val="tx1"/>
                </a:solidFill>
                <a:latin typeface="AvenirNext LT Com Regular" panose="020B0503020202020204" pitchFamily="34" charset="0"/>
                <a:cs typeface="Arial" panose="020B0604020202020204" pitchFamily="34" charset="0"/>
              </a:defRPr>
            </a:lvl1pPr>
          </a:lstStyle>
          <a:p>
            <a:fld id="{86CB4B4D-7CA3-9044-876B-883B54F8677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CG Folio">
            <a:extLst>
              <a:ext uri="{FF2B5EF4-FFF2-40B4-BE49-F238E27FC236}">
                <a16:creationId xmlns:a16="http://schemas.microsoft.com/office/drawing/2014/main" id="{20ECC23F-FE32-07A2-4E5E-5386603D09D5}"/>
              </a:ext>
            </a:extLst>
          </p:cNvPr>
          <p:cNvSpPr txBox="1">
            <a:spLocks/>
          </p:cNvSpPr>
          <p:nvPr userDrawn="1"/>
        </p:nvSpPr>
        <p:spPr>
          <a:xfrm>
            <a:off x="457198" y="6309360"/>
            <a:ext cx="5529265" cy="18288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tx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  <p:sp>
        <p:nvSpPr>
          <p:cNvPr id="7" name="Footnotes (fullpage)"/>
          <p:cNvSpPr>
            <a:spLocks noGrp="1"/>
          </p:cNvSpPr>
          <p:nvPr>
            <p:ph type="ftr" sz="quarter" idx="3"/>
          </p:nvPr>
        </p:nvSpPr>
        <p:spPr>
          <a:xfrm>
            <a:off x="457200" y="6006856"/>
            <a:ext cx="11276013" cy="266759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lvl1pPr algn="l">
              <a:lnSpc>
                <a:spcPct val="100000"/>
              </a:lnSpc>
              <a:spcAft>
                <a:spcPts val="300"/>
              </a:spcAft>
              <a:defRPr lang="en-US" sz="800" b="0" i="0" spc="0" baseline="0" dirty="0">
                <a:solidFill>
                  <a:schemeClr val="tx1"/>
                </a:solidFill>
                <a:latin typeface="AvenirNext LT Com Regular" panose="020B0503020202020204" pitchFamily="34" charset="0"/>
                <a:ea typeface="AvenirNext LT Com Regular" panose="020B0503020202020204" pitchFamily="34" charset="0"/>
                <a:cs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2" name="Title"/>
          <p:cNvSpPr txBox="1">
            <a:spLocks noGrp="1"/>
          </p:cNvSpPr>
          <p:nvPr>
            <p:ph type="title"/>
          </p:nvPr>
        </p:nvSpPr>
        <p:spPr>
          <a:xfrm>
            <a:off x="456496" y="457200"/>
            <a:ext cx="11276717" cy="571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 anchor="t" anchorCtr="0"/>
          <a:lstStyle/>
          <a:p>
            <a:pPr lvl="0" fontAlgn="auto" hangingPunct="1"/>
            <a:r>
              <a:rPr dirty="0"/>
              <a:t>Title</a:t>
            </a:r>
          </a:p>
        </p:txBody>
      </p:sp>
      <p:sp>
        <p:nvSpPr>
          <p:cNvPr id="8" name="Body"/>
          <p:cNvSpPr txBox="1">
            <a:spLocks noGrp="1"/>
          </p:cNvSpPr>
          <p:nvPr>
            <p:ph type="body" idx="1"/>
          </p:nvPr>
        </p:nvSpPr>
        <p:spPr>
          <a:xfrm>
            <a:off x="467248" y="1485901"/>
            <a:ext cx="11265965" cy="411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noAutofit/>
          </a:bodyPr>
          <a:lstStyle/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</p:txBody>
      </p:sp>
      <p:grpSp>
        <p:nvGrpSpPr>
          <p:cNvPr id="10" name="Group 9" hidden="1">
            <a:extLst>
              <a:ext uri="{FF2B5EF4-FFF2-40B4-BE49-F238E27FC236}">
                <a16:creationId xmlns:a16="http://schemas.microsoft.com/office/drawing/2014/main" id="{CA48DBAD-2DC8-0690-5FC5-A396F5A71DAF}"/>
              </a:ext>
            </a:extLst>
          </p:cNvPr>
          <p:cNvGrpSpPr/>
          <p:nvPr userDrawn="1"/>
        </p:nvGrpSpPr>
        <p:grpSpPr>
          <a:xfrm>
            <a:off x="0" y="-546968"/>
            <a:ext cx="12192000" cy="396000"/>
            <a:chOff x="0" y="-546968"/>
            <a:chExt cx="12192000" cy="396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731937D-7A24-AC4F-2AFB-B12DF0AF8E20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11796000" y="-546968"/>
              <a:ext cx="396000" cy="396000"/>
            </a:xfrm>
            <a:prstGeom prst="rect">
              <a:avLst/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EDAB18-20C1-094F-F479-326CC137ADD7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0" y="-546968"/>
              <a:ext cx="396000" cy="396000"/>
            </a:xfrm>
            <a:prstGeom prst="rect">
              <a:avLst/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8EC0405-33CF-F747-6FFC-55BA3322FE52}"/>
                </a:ext>
              </a:extLst>
            </p:cNvPr>
            <p:cNvSpPr/>
            <p:nvPr userDrawn="1"/>
          </p:nvSpPr>
          <p:spPr>
            <a:xfrm>
              <a:off x="395999" y="-546968"/>
              <a:ext cx="670348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9F4F8AE-8F25-3774-3581-12FF6238013F}"/>
                </a:ext>
              </a:extLst>
            </p:cNvPr>
            <p:cNvSpPr/>
            <p:nvPr userDrawn="1"/>
          </p:nvSpPr>
          <p:spPr>
            <a:xfrm>
              <a:off x="1066347" y="-546968"/>
              <a:ext cx="305140" cy="396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F206F892-2B8A-E24C-2C2E-11FD3BE1B937}"/>
                </a:ext>
              </a:extLst>
            </p:cNvPr>
            <p:cNvSpPr/>
            <p:nvPr userDrawn="1"/>
          </p:nvSpPr>
          <p:spPr>
            <a:xfrm>
              <a:off x="1371487" y="-546968"/>
              <a:ext cx="670348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86AB6D5B-7AE7-37BF-6ADE-3BC93B66407E}"/>
                </a:ext>
              </a:extLst>
            </p:cNvPr>
            <p:cNvSpPr/>
            <p:nvPr userDrawn="1"/>
          </p:nvSpPr>
          <p:spPr>
            <a:xfrm>
              <a:off x="2041834" y="-546968"/>
              <a:ext cx="305140" cy="396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B98E922B-6CA9-65DF-9157-E06096FC8C56}"/>
                </a:ext>
              </a:extLst>
            </p:cNvPr>
            <p:cNvSpPr/>
            <p:nvPr userDrawn="1"/>
          </p:nvSpPr>
          <p:spPr>
            <a:xfrm>
              <a:off x="2346975" y="-546968"/>
              <a:ext cx="670348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A63BCE7F-8140-371E-BEBA-01D3F93F5D3C}"/>
                </a:ext>
              </a:extLst>
            </p:cNvPr>
            <p:cNvSpPr/>
            <p:nvPr userDrawn="1"/>
          </p:nvSpPr>
          <p:spPr>
            <a:xfrm>
              <a:off x="3017322" y="-546968"/>
              <a:ext cx="305140" cy="396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5AA534D-A7A1-70A1-1B11-D2302BE6C3AA}"/>
                </a:ext>
              </a:extLst>
            </p:cNvPr>
            <p:cNvSpPr/>
            <p:nvPr userDrawn="1"/>
          </p:nvSpPr>
          <p:spPr>
            <a:xfrm>
              <a:off x="3322462" y="-546968"/>
              <a:ext cx="670348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1D1B9C64-1FF2-D786-A5ED-6C8EAC91644C}"/>
                </a:ext>
              </a:extLst>
            </p:cNvPr>
            <p:cNvSpPr/>
            <p:nvPr userDrawn="1"/>
          </p:nvSpPr>
          <p:spPr>
            <a:xfrm>
              <a:off x="3992810" y="-546968"/>
              <a:ext cx="305140" cy="396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19D3F35D-5050-C186-CEA4-2A2AD559A724}"/>
                </a:ext>
              </a:extLst>
            </p:cNvPr>
            <p:cNvSpPr/>
            <p:nvPr userDrawn="1"/>
          </p:nvSpPr>
          <p:spPr>
            <a:xfrm>
              <a:off x="4297950" y="-546968"/>
              <a:ext cx="670348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DAE6D694-556F-BFFA-5DBD-ACA5C2672E32}"/>
                </a:ext>
              </a:extLst>
            </p:cNvPr>
            <p:cNvSpPr/>
            <p:nvPr userDrawn="1"/>
          </p:nvSpPr>
          <p:spPr>
            <a:xfrm>
              <a:off x="4968298" y="-546968"/>
              <a:ext cx="305140" cy="396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F609E71F-CEA8-8A47-16B6-108DAEF4E1EB}"/>
                </a:ext>
              </a:extLst>
            </p:cNvPr>
            <p:cNvSpPr/>
            <p:nvPr userDrawn="1"/>
          </p:nvSpPr>
          <p:spPr>
            <a:xfrm>
              <a:off x="5273438" y="-546968"/>
              <a:ext cx="670348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8FAD3AD0-2609-9D54-D626-63A38540EC8A}"/>
                </a:ext>
              </a:extLst>
            </p:cNvPr>
            <p:cNvSpPr/>
            <p:nvPr userDrawn="1"/>
          </p:nvSpPr>
          <p:spPr>
            <a:xfrm>
              <a:off x="5943785" y="-546968"/>
              <a:ext cx="305140" cy="396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20DB4BF7-35A4-372C-4F25-446AC39118A5}"/>
                </a:ext>
              </a:extLst>
            </p:cNvPr>
            <p:cNvSpPr/>
            <p:nvPr userDrawn="1"/>
          </p:nvSpPr>
          <p:spPr>
            <a:xfrm>
              <a:off x="6248926" y="-546968"/>
              <a:ext cx="670348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52E09CA5-00E3-5804-531F-82375172F5F0}"/>
                </a:ext>
              </a:extLst>
            </p:cNvPr>
            <p:cNvSpPr/>
            <p:nvPr userDrawn="1"/>
          </p:nvSpPr>
          <p:spPr>
            <a:xfrm>
              <a:off x="6919273" y="-546968"/>
              <a:ext cx="305140" cy="396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6743B886-F705-99F3-28BE-C7F013250FC0}"/>
                </a:ext>
              </a:extLst>
            </p:cNvPr>
            <p:cNvSpPr/>
            <p:nvPr userDrawn="1"/>
          </p:nvSpPr>
          <p:spPr>
            <a:xfrm>
              <a:off x="7224413" y="-546968"/>
              <a:ext cx="670348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A5F2E755-170F-633C-3BEB-CE2D33C9A6D2}"/>
                </a:ext>
              </a:extLst>
            </p:cNvPr>
            <p:cNvSpPr/>
            <p:nvPr userDrawn="1"/>
          </p:nvSpPr>
          <p:spPr>
            <a:xfrm>
              <a:off x="7894761" y="-546968"/>
              <a:ext cx="305140" cy="396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77A86802-4017-638B-0F2E-0A1F4DD9673E}"/>
                </a:ext>
              </a:extLst>
            </p:cNvPr>
            <p:cNvSpPr/>
            <p:nvPr userDrawn="1"/>
          </p:nvSpPr>
          <p:spPr>
            <a:xfrm>
              <a:off x="8199901" y="-546968"/>
              <a:ext cx="670348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396E3376-B37E-77C8-3EB8-7C0504587323}"/>
                </a:ext>
              </a:extLst>
            </p:cNvPr>
            <p:cNvSpPr/>
            <p:nvPr userDrawn="1"/>
          </p:nvSpPr>
          <p:spPr>
            <a:xfrm>
              <a:off x="8870249" y="-546968"/>
              <a:ext cx="305140" cy="396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17144A34-3C0E-8159-E461-5A503448699C}"/>
                </a:ext>
              </a:extLst>
            </p:cNvPr>
            <p:cNvSpPr/>
            <p:nvPr userDrawn="1"/>
          </p:nvSpPr>
          <p:spPr>
            <a:xfrm>
              <a:off x="9175389" y="-546968"/>
              <a:ext cx="670348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032A4179-ECC5-4B5D-F5C2-0E233D3899EA}"/>
                </a:ext>
              </a:extLst>
            </p:cNvPr>
            <p:cNvSpPr/>
            <p:nvPr userDrawn="1"/>
          </p:nvSpPr>
          <p:spPr>
            <a:xfrm>
              <a:off x="9845736" y="-546968"/>
              <a:ext cx="305140" cy="396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F6674914-D7B4-6F67-B7A6-6BE1E49CC354}"/>
                </a:ext>
              </a:extLst>
            </p:cNvPr>
            <p:cNvSpPr/>
            <p:nvPr userDrawn="1"/>
          </p:nvSpPr>
          <p:spPr>
            <a:xfrm>
              <a:off x="10150877" y="-546968"/>
              <a:ext cx="670348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B56AE96C-0CA6-3300-864D-2AC346ABD25A}"/>
                </a:ext>
              </a:extLst>
            </p:cNvPr>
            <p:cNvSpPr/>
            <p:nvPr userDrawn="1"/>
          </p:nvSpPr>
          <p:spPr>
            <a:xfrm>
              <a:off x="10821224" y="-546968"/>
              <a:ext cx="305140" cy="396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F783C7B5-325D-1A66-64FA-ECB936A0528C}"/>
                </a:ext>
              </a:extLst>
            </p:cNvPr>
            <p:cNvSpPr/>
            <p:nvPr userDrawn="1"/>
          </p:nvSpPr>
          <p:spPr>
            <a:xfrm>
              <a:off x="11126364" y="-546968"/>
              <a:ext cx="670348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92378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4" r:id="rId1"/>
    <p:sldLayoutId id="2147483910" r:id="rId2"/>
    <p:sldLayoutId id="2147483932" r:id="rId3"/>
    <p:sldLayoutId id="2147483930" r:id="rId4"/>
    <p:sldLayoutId id="2147483834" r:id="rId5"/>
    <p:sldLayoutId id="2147483913" r:id="rId6"/>
    <p:sldLayoutId id="2147483878" r:id="rId7"/>
    <p:sldLayoutId id="2147483857" r:id="rId8"/>
    <p:sldLayoutId id="2147483874" r:id="rId9"/>
    <p:sldLayoutId id="2147483852" r:id="rId10"/>
    <p:sldLayoutId id="2147483883" r:id="rId11"/>
    <p:sldLayoutId id="2147483843" r:id="rId12"/>
    <p:sldLayoutId id="2147483915" r:id="rId13"/>
    <p:sldLayoutId id="2147483918" r:id="rId14"/>
    <p:sldLayoutId id="2147483916" r:id="rId15"/>
    <p:sldLayoutId id="2147483854" r:id="rId16"/>
    <p:sldLayoutId id="2147483927" r:id="rId17"/>
    <p:sldLayoutId id="2147483929" r:id="rId18"/>
    <p:sldLayoutId id="2147483898" r:id="rId19"/>
    <p:sldLayoutId id="2147483920" r:id="rId20"/>
    <p:sldLayoutId id="2147483931" r:id="rId21"/>
    <p:sldLayoutId id="2147483919" r:id="rId22"/>
    <p:sldLayoutId id="2147483889" r:id="rId23"/>
    <p:sldLayoutId id="2147483921" r:id="rId24"/>
    <p:sldLayoutId id="2147483922" r:id="rId25"/>
    <p:sldLayoutId id="2147483876" r:id="rId26"/>
    <p:sldLayoutId id="2147483875" r:id="rId27"/>
    <p:sldLayoutId id="2147483897" r:id="rId28"/>
  </p:sldLayoutIdLst>
  <p:transition spd="med"/>
  <p:hf hdr="0" dt="0"/>
  <p:txStyles>
    <p:titleStyle>
      <a:lvl1pPr marL="0" marR="0" indent="0" algn="l" defTabSz="228600" rtl="0" eaLnBrk="1" latinLnBrk="0" hangingPunct="1">
        <a:lnSpc>
          <a:spcPct val="95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476250" algn="l"/>
        </a:tabLst>
        <a:defRPr kumimoji="0" sz="2800" b="1" i="0" u="none" strike="noStrike" cap="none" spc="0" normalizeH="0" baseline="0" dirty="0">
          <a:ln>
            <a:noFill/>
          </a:ln>
          <a:solidFill>
            <a:schemeClr val="tx2"/>
          </a:solidFill>
          <a:effectLst/>
          <a:uFillTx/>
          <a:latin typeface="AvenirNext LT Com Medium" panose="020B0503020202020204" pitchFamily="34" charset="0"/>
          <a:ea typeface="+mn-ea"/>
          <a:cs typeface="+mn-cs"/>
          <a:sym typeface="AvenirNext LT Com Regular"/>
        </a:defRPr>
      </a:lvl1pPr>
      <a:lvl2pPr marL="0" marR="0" indent="114300" algn="l" defTabSz="2286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476250" algn="l"/>
        </a:tabLst>
        <a:defRPr sz="4800" b="0" i="0" u="none" strike="noStrike" cap="none" spc="-48" baseline="0">
          <a:ln>
            <a:noFill/>
          </a:ln>
          <a:solidFill>
            <a:schemeClr val="accent1">
              <a:hueOff val="-456960"/>
              <a:satOff val="56070"/>
              <a:lumOff val="-35771"/>
            </a:schemeClr>
          </a:solidFill>
          <a:uFillTx/>
          <a:latin typeface="+mn-lt"/>
          <a:ea typeface="+mn-ea"/>
          <a:cs typeface="+mn-cs"/>
          <a:sym typeface="AvenirNext LT Com Demi"/>
        </a:defRPr>
      </a:lvl2pPr>
      <a:lvl3pPr marL="0" marR="0" indent="228600" algn="l" defTabSz="2286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476250" algn="l"/>
        </a:tabLst>
        <a:defRPr sz="4800" b="0" i="0" u="none" strike="noStrike" cap="none" spc="-48" baseline="0">
          <a:ln>
            <a:noFill/>
          </a:ln>
          <a:solidFill>
            <a:schemeClr val="accent1">
              <a:hueOff val="-456960"/>
              <a:satOff val="56070"/>
              <a:lumOff val="-35771"/>
            </a:schemeClr>
          </a:solidFill>
          <a:uFillTx/>
          <a:latin typeface="+mn-lt"/>
          <a:ea typeface="+mn-ea"/>
          <a:cs typeface="+mn-cs"/>
          <a:sym typeface="AvenirNext LT Com Demi"/>
        </a:defRPr>
      </a:lvl3pPr>
      <a:lvl4pPr marL="0" marR="0" indent="342900" algn="l" defTabSz="2286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476250" algn="l"/>
        </a:tabLst>
        <a:defRPr sz="4800" b="0" i="0" u="none" strike="noStrike" cap="none" spc="-48" baseline="0">
          <a:ln>
            <a:noFill/>
          </a:ln>
          <a:solidFill>
            <a:schemeClr val="accent1">
              <a:hueOff val="-456960"/>
              <a:satOff val="56070"/>
              <a:lumOff val="-35771"/>
            </a:schemeClr>
          </a:solidFill>
          <a:uFillTx/>
          <a:latin typeface="+mn-lt"/>
          <a:ea typeface="+mn-ea"/>
          <a:cs typeface="+mn-cs"/>
          <a:sym typeface="AvenirNext LT Com Demi"/>
        </a:defRPr>
      </a:lvl4pPr>
      <a:lvl5pPr marL="0" marR="0" indent="457200" algn="l" defTabSz="2286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476250" algn="l"/>
        </a:tabLst>
        <a:defRPr sz="4800" b="0" i="0" u="none" strike="noStrike" cap="none" spc="-48" baseline="0">
          <a:ln>
            <a:noFill/>
          </a:ln>
          <a:solidFill>
            <a:schemeClr val="accent1">
              <a:hueOff val="-456960"/>
              <a:satOff val="56070"/>
              <a:lumOff val="-35771"/>
            </a:schemeClr>
          </a:solidFill>
          <a:uFillTx/>
          <a:latin typeface="+mn-lt"/>
          <a:ea typeface="+mn-ea"/>
          <a:cs typeface="+mn-cs"/>
          <a:sym typeface="AvenirNext LT Com Demi"/>
        </a:defRPr>
      </a:lvl5pPr>
      <a:lvl6pPr marL="0" marR="0" indent="571500" algn="l" defTabSz="2286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476250" algn="l"/>
        </a:tabLst>
        <a:defRPr sz="4800" b="0" i="0" u="none" strike="noStrike" cap="none" spc="-48" baseline="0">
          <a:ln>
            <a:noFill/>
          </a:ln>
          <a:solidFill>
            <a:schemeClr val="accent1">
              <a:hueOff val="-456960"/>
              <a:satOff val="56070"/>
              <a:lumOff val="-35771"/>
            </a:schemeClr>
          </a:solidFill>
          <a:uFillTx/>
          <a:latin typeface="+mn-lt"/>
          <a:ea typeface="+mn-ea"/>
          <a:cs typeface="+mn-cs"/>
          <a:sym typeface="AvenirNext LT Com Demi"/>
        </a:defRPr>
      </a:lvl6pPr>
      <a:lvl7pPr marL="0" marR="0" indent="685800" algn="l" defTabSz="2286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476250" algn="l"/>
        </a:tabLst>
        <a:defRPr sz="4800" b="0" i="0" u="none" strike="noStrike" cap="none" spc="-48" baseline="0">
          <a:ln>
            <a:noFill/>
          </a:ln>
          <a:solidFill>
            <a:schemeClr val="accent1">
              <a:hueOff val="-456960"/>
              <a:satOff val="56070"/>
              <a:lumOff val="-35771"/>
            </a:schemeClr>
          </a:solidFill>
          <a:uFillTx/>
          <a:latin typeface="+mn-lt"/>
          <a:ea typeface="+mn-ea"/>
          <a:cs typeface="+mn-cs"/>
          <a:sym typeface="AvenirNext LT Com Demi"/>
        </a:defRPr>
      </a:lvl7pPr>
      <a:lvl8pPr marL="0" marR="0" indent="800100" algn="l" defTabSz="2286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476250" algn="l"/>
        </a:tabLst>
        <a:defRPr sz="4800" b="0" i="0" u="none" strike="noStrike" cap="none" spc="-48" baseline="0">
          <a:ln>
            <a:noFill/>
          </a:ln>
          <a:solidFill>
            <a:schemeClr val="accent1">
              <a:hueOff val="-456960"/>
              <a:satOff val="56070"/>
              <a:lumOff val="-35771"/>
            </a:schemeClr>
          </a:solidFill>
          <a:uFillTx/>
          <a:latin typeface="+mn-lt"/>
          <a:ea typeface="+mn-ea"/>
          <a:cs typeface="+mn-cs"/>
          <a:sym typeface="AvenirNext LT Com Demi"/>
        </a:defRPr>
      </a:lvl8pPr>
      <a:lvl9pPr marL="0" marR="0" indent="914400" algn="l" defTabSz="2286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476250" algn="l"/>
        </a:tabLst>
        <a:defRPr sz="4800" b="0" i="0" u="none" strike="noStrike" cap="none" spc="-48" baseline="0">
          <a:ln>
            <a:noFill/>
          </a:ln>
          <a:solidFill>
            <a:schemeClr val="accent1">
              <a:hueOff val="-456960"/>
              <a:satOff val="56070"/>
              <a:lumOff val="-35771"/>
            </a:schemeClr>
          </a:solidFill>
          <a:uFillTx/>
          <a:latin typeface="+mn-lt"/>
          <a:ea typeface="+mn-ea"/>
          <a:cs typeface="+mn-cs"/>
          <a:sym typeface="AvenirNext LT Com Demi"/>
        </a:defRPr>
      </a:lvl9pPr>
    </p:titleStyle>
    <p:bodyStyle>
      <a:lvl1pPr marL="0" marR="0" indent="0" algn="l" defTabSz="228600" rtl="0" eaLnBrk="1" latinLnBrk="0" hangingPunct="1">
        <a:lnSpc>
          <a:spcPct val="110000"/>
        </a:lnSpc>
        <a:spcBef>
          <a:spcPts val="0"/>
        </a:spcBef>
        <a:spcAft>
          <a:spcPts val="800"/>
        </a:spcAft>
        <a:buClrTx/>
        <a:buSzTx/>
        <a:buFont typeface="AvenirNext LT Com Medium" panose="020B0803020202020204" pitchFamily="34" charset="0"/>
        <a:buNone/>
        <a:tabLst/>
        <a:defRPr sz="1600" b="0" i="0" u="none" strike="noStrike" cap="none" spc="0" baseline="0">
          <a:ln>
            <a:noFill/>
          </a:ln>
          <a:solidFill>
            <a:schemeClr val="tx1"/>
          </a:solidFill>
          <a:uFillTx/>
          <a:latin typeface="AvenirNext LT Com Regular" panose="020B0503020202020204" pitchFamily="34" charset="0"/>
          <a:ea typeface="AvenirNext LT Com Regular" panose="020B0503020202020204" pitchFamily="34" charset="0"/>
          <a:cs typeface="AvenirNext LT Com Regular" panose="020B0503020202020204" pitchFamily="34" charset="0"/>
          <a:sym typeface="AvenirNext LT Com Regular"/>
        </a:defRPr>
      </a:lvl1pPr>
      <a:lvl2pPr marL="284162" marR="0" indent="0" algn="l" defTabSz="228600" rtl="0" eaLnBrk="1" latinLnBrk="0" hangingPunct="1">
        <a:lnSpc>
          <a:spcPct val="110000"/>
        </a:lnSpc>
        <a:spcBef>
          <a:spcPts val="0"/>
        </a:spcBef>
        <a:spcAft>
          <a:spcPts val="700"/>
        </a:spcAft>
        <a:buClrTx/>
        <a:buSzTx/>
        <a:buFont typeface="Arial" panose="020B0604020202020204" pitchFamily="34" charset="0"/>
        <a:buNone/>
        <a:tabLst/>
        <a:defRPr sz="1400" b="0" i="0" u="none" strike="noStrike" cap="none" spc="0" baseline="0">
          <a:ln>
            <a:noFill/>
          </a:ln>
          <a:solidFill>
            <a:schemeClr val="tx1"/>
          </a:solidFill>
          <a:uFillTx/>
          <a:latin typeface="AvenirNext LT Com Regular" panose="020B0503020202020204" pitchFamily="34" charset="0"/>
          <a:ea typeface="AvenirNext LT Com Regular" panose="020B0503020202020204" pitchFamily="34" charset="0"/>
          <a:cs typeface="AvenirNext LT Com Regular" panose="020B0503020202020204" pitchFamily="34" charset="0"/>
          <a:sym typeface="AvenirNext LT Com Regular"/>
        </a:defRPr>
      </a:lvl2pPr>
      <a:lvl3pPr marL="569913" marR="0" indent="0" algn="l" defTabSz="228600" rtl="0" eaLnBrk="1" latinLnBrk="0" hangingPunct="1">
        <a:lnSpc>
          <a:spcPct val="110000"/>
        </a:lnSpc>
        <a:spcBef>
          <a:spcPts val="0"/>
        </a:spcBef>
        <a:spcAft>
          <a:spcPts val="350"/>
        </a:spcAft>
        <a:buClrTx/>
        <a:buSzTx/>
        <a:buFont typeface="Arial" panose="020B0604020202020204" pitchFamily="34" charset="0"/>
        <a:buNone/>
        <a:tabLst/>
        <a:defRPr sz="1400" b="0" i="0" u="none" strike="noStrike" cap="none" spc="0" baseline="0">
          <a:ln>
            <a:noFill/>
          </a:ln>
          <a:solidFill>
            <a:schemeClr val="tx1"/>
          </a:solidFill>
          <a:uFillTx/>
          <a:latin typeface="AvenirNext LT Com Regular" panose="020B0503020202020204" pitchFamily="34" charset="0"/>
          <a:ea typeface="AvenirNext LT Com Regular" panose="020B0503020202020204" pitchFamily="34" charset="0"/>
          <a:cs typeface="AvenirNext LT Com Regular" panose="020B0503020202020204" pitchFamily="34" charset="0"/>
          <a:sym typeface="AvenirNext LT Com Regular"/>
        </a:defRPr>
      </a:lvl3pPr>
      <a:lvl4pPr marL="0" marR="0" indent="342900" algn="l" defTabSz="228600" rtl="0" eaLnBrk="1" latinLnBrk="0" hangingPunct="1">
        <a:lnSpc>
          <a:spcPct val="100000"/>
        </a:lnSpc>
        <a:spcBef>
          <a:spcPts val="0"/>
        </a:spcBef>
        <a:spcAft>
          <a:spcPts val="1800"/>
        </a:spcAft>
        <a:buClrTx/>
        <a:buSzTx/>
        <a:buFontTx/>
        <a:buNone/>
        <a:tabLst/>
        <a:defRPr sz="1600" b="0" i="0" u="none" strike="noStrike" cap="none" spc="0" baseline="0">
          <a:ln>
            <a:noFill/>
          </a:ln>
          <a:solidFill>
            <a:srgbClr val="000000"/>
          </a:solidFill>
          <a:uFillTx/>
          <a:latin typeface="AvenirNext LT Com Regular" panose="020B0503020202020204" pitchFamily="34" charset="0"/>
          <a:ea typeface="AvenirNext LT Com Regular" panose="020B0503020202020204" pitchFamily="34" charset="0"/>
          <a:cs typeface="AvenirNext LT Com Regular" panose="020B0503020202020204" pitchFamily="34" charset="0"/>
          <a:sym typeface="AvenirNext LT Com Regular"/>
        </a:defRPr>
      </a:lvl4pPr>
      <a:lvl5pPr marL="0" marR="0" indent="457200" algn="l" defTabSz="228600" rtl="0" eaLnBrk="1" latinLnBrk="0" hangingPunct="1">
        <a:lnSpc>
          <a:spcPct val="100000"/>
        </a:lnSpc>
        <a:spcBef>
          <a:spcPts val="0"/>
        </a:spcBef>
        <a:spcAft>
          <a:spcPts val="1800"/>
        </a:spcAft>
        <a:buClrTx/>
        <a:buSzTx/>
        <a:buFontTx/>
        <a:buNone/>
        <a:tabLst/>
        <a:defRPr sz="1600" b="0" i="0" u="none" strike="noStrike" cap="none" spc="0" baseline="0">
          <a:ln>
            <a:noFill/>
          </a:ln>
          <a:solidFill>
            <a:srgbClr val="000000"/>
          </a:solidFill>
          <a:uFillTx/>
          <a:latin typeface="AvenirNext LT Com Regular" panose="020B0503020202020204" pitchFamily="34" charset="0"/>
          <a:ea typeface="AvenirNext LT Com Regular" panose="020B0503020202020204" pitchFamily="34" charset="0"/>
          <a:cs typeface="AvenirNext LT Com Regular" panose="020B0503020202020204" pitchFamily="34" charset="0"/>
          <a:sym typeface="AvenirNext LT Com Regular"/>
        </a:defRPr>
      </a:lvl5pPr>
      <a:lvl6pPr marL="0" marR="0" indent="571500" algn="l" defTabSz="228600" rtl="0" eaLnBrk="1" latinLnBrk="0" hangingPunct="1">
        <a:lnSpc>
          <a:spcPct val="120000"/>
        </a:lnSpc>
        <a:spcBef>
          <a:spcPts val="150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rgbClr val="000000"/>
          </a:solidFill>
          <a:uFillTx/>
          <a:latin typeface="AvenirNext LT Com Regular"/>
          <a:ea typeface="AvenirNext LT Com Regular"/>
          <a:cs typeface="AvenirNext LT Com Regular"/>
          <a:sym typeface="AvenirNext LT Com Regular"/>
        </a:defRPr>
      </a:lvl6pPr>
      <a:lvl7pPr marL="0" marR="0" indent="685800" algn="l" defTabSz="228600" rtl="0" eaLnBrk="1" latinLnBrk="0" hangingPunct="1">
        <a:lnSpc>
          <a:spcPct val="120000"/>
        </a:lnSpc>
        <a:spcBef>
          <a:spcPts val="150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rgbClr val="000000"/>
          </a:solidFill>
          <a:uFillTx/>
          <a:latin typeface="AvenirNext LT Com Regular"/>
          <a:ea typeface="AvenirNext LT Com Regular"/>
          <a:cs typeface="AvenirNext LT Com Regular"/>
          <a:sym typeface="AvenirNext LT Com Regular"/>
        </a:defRPr>
      </a:lvl7pPr>
      <a:lvl8pPr marL="0" marR="0" indent="800100" algn="l" defTabSz="228600" rtl="0" eaLnBrk="1" latinLnBrk="0" hangingPunct="1">
        <a:lnSpc>
          <a:spcPct val="120000"/>
        </a:lnSpc>
        <a:spcBef>
          <a:spcPts val="150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rgbClr val="000000"/>
          </a:solidFill>
          <a:uFillTx/>
          <a:latin typeface="AvenirNext LT Com Regular"/>
          <a:ea typeface="AvenirNext LT Com Regular"/>
          <a:cs typeface="AvenirNext LT Com Regular"/>
          <a:sym typeface="AvenirNext LT Com Regular"/>
        </a:defRPr>
      </a:lvl8pPr>
      <a:lvl9pPr marL="0" marR="0" indent="914400" algn="l" defTabSz="228600" rtl="0" eaLnBrk="1" latinLnBrk="0" hangingPunct="1">
        <a:lnSpc>
          <a:spcPct val="120000"/>
        </a:lnSpc>
        <a:spcBef>
          <a:spcPts val="150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rgbClr val="000000"/>
          </a:solidFill>
          <a:uFillTx/>
          <a:latin typeface="AvenirNext LT Com Regular"/>
          <a:ea typeface="AvenirNext LT Com Regular"/>
          <a:cs typeface="AvenirNext LT Com Regular"/>
          <a:sym typeface="AvenirNext LT Com Regular"/>
        </a:defRPr>
      </a:lvl9pPr>
    </p:bodyStyle>
    <p:otherStyle>
      <a:lvl1pPr marL="0" marR="0" indent="0" algn="r" defTabSz="228600" eaLnBrk="1" latinLnBrk="0" hangingPunct="1">
        <a:lnSpc>
          <a:spcPct val="110000"/>
        </a:lnSpc>
        <a:spcBef>
          <a:spcPts val="60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venirNext LT Com Regular"/>
        </a:defRPr>
      </a:lvl1pPr>
      <a:lvl2pPr marL="0" marR="0" indent="114300" algn="r" defTabSz="228600" eaLnBrk="1" latinLnBrk="0" hangingPunct="1">
        <a:lnSpc>
          <a:spcPct val="110000"/>
        </a:lnSpc>
        <a:spcBef>
          <a:spcPts val="60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venirNext LT Com Regular"/>
        </a:defRPr>
      </a:lvl2pPr>
      <a:lvl3pPr marL="0" marR="0" indent="228600" algn="r" defTabSz="228600" eaLnBrk="1" latinLnBrk="0" hangingPunct="1">
        <a:lnSpc>
          <a:spcPct val="110000"/>
        </a:lnSpc>
        <a:spcBef>
          <a:spcPts val="60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venirNext LT Com Regular"/>
        </a:defRPr>
      </a:lvl3pPr>
      <a:lvl4pPr marL="0" marR="0" indent="342900" algn="r" defTabSz="228600" eaLnBrk="1" latinLnBrk="0" hangingPunct="1">
        <a:lnSpc>
          <a:spcPct val="110000"/>
        </a:lnSpc>
        <a:spcBef>
          <a:spcPts val="60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venirNext LT Com Regular"/>
        </a:defRPr>
      </a:lvl4pPr>
      <a:lvl5pPr marL="0" marR="0" indent="457200" algn="r" defTabSz="228600" eaLnBrk="1" latinLnBrk="0" hangingPunct="1">
        <a:lnSpc>
          <a:spcPct val="110000"/>
        </a:lnSpc>
        <a:spcBef>
          <a:spcPts val="60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venirNext LT Com Regular"/>
        </a:defRPr>
      </a:lvl5pPr>
      <a:lvl6pPr marL="0" marR="0" indent="571500" algn="r" defTabSz="228600" eaLnBrk="1" latinLnBrk="0" hangingPunct="1">
        <a:lnSpc>
          <a:spcPct val="110000"/>
        </a:lnSpc>
        <a:spcBef>
          <a:spcPts val="60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venirNext LT Com Regular"/>
        </a:defRPr>
      </a:lvl6pPr>
      <a:lvl7pPr marL="0" marR="0" indent="685800" algn="r" defTabSz="228600" eaLnBrk="1" latinLnBrk="0" hangingPunct="1">
        <a:lnSpc>
          <a:spcPct val="110000"/>
        </a:lnSpc>
        <a:spcBef>
          <a:spcPts val="60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venirNext LT Com Regular"/>
        </a:defRPr>
      </a:lvl7pPr>
      <a:lvl8pPr marL="0" marR="0" indent="800100" algn="r" defTabSz="228600" eaLnBrk="1" latinLnBrk="0" hangingPunct="1">
        <a:lnSpc>
          <a:spcPct val="110000"/>
        </a:lnSpc>
        <a:spcBef>
          <a:spcPts val="60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venirNext LT Com Regular"/>
        </a:defRPr>
      </a:lvl8pPr>
      <a:lvl9pPr marL="0" marR="0" indent="914400" algn="r" defTabSz="228600" eaLnBrk="1" latinLnBrk="0" hangingPunct="1">
        <a:lnSpc>
          <a:spcPct val="110000"/>
        </a:lnSpc>
        <a:spcBef>
          <a:spcPts val="60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venirNext LT Com Regular"/>
        </a:defRPr>
      </a:lvl9pPr>
    </p:otherStyle>
  </p:txStyles>
  <p:extLst>
    <p:ext uri="{27BBF7A9-308A-43DC-89C8-2F10F3537804}">
      <p15:sldGuideLst xmlns:p15="http://schemas.microsoft.com/office/powerpoint/2012/main">
        <p15:guide id="21" pos="288" userDrawn="1">
          <p15:clr>
            <a:srgbClr val="F26B43"/>
          </p15:clr>
        </p15:guide>
        <p15:guide id="22" pos="7391" userDrawn="1">
          <p15:clr>
            <a:srgbClr val="F26B43"/>
          </p15:clr>
        </p15:guide>
        <p15:guide id="23" orient="horz" pos="288" userDrawn="1">
          <p15:clr>
            <a:srgbClr val="F26B43"/>
          </p15:clr>
        </p15:guide>
        <p15:guide id="24" orient="horz" pos="4032" userDrawn="1">
          <p15:clr>
            <a:srgbClr val="F26B43"/>
          </p15:clr>
        </p15:guide>
        <p15:guide id="25" orient="horz" pos="936" userDrawn="1">
          <p15:clr>
            <a:srgbClr val="F26B43"/>
          </p15:clr>
        </p15:guide>
        <p15:guide id="26" pos="1344" userDrawn="1">
          <p15:clr>
            <a:srgbClr val="F26B43"/>
          </p15:clr>
        </p15:guide>
        <p15:guide id="27" pos="1492" userDrawn="1">
          <p15:clr>
            <a:srgbClr val="F26B43"/>
          </p15:clr>
        </p15:guide>
        <p15:guide id="28" pos="2704" userDrawn="1">
          <p15:clr>
            <a:srgbClr val="F26B43"/>
          </p15:clr>
        </p15:guide>
        <p15:guide id="29" pos="3159" userDrawn="1">
          <p15:clr>
            <a:srgbClr val="F26B43"/>
          </p15:clr>
        </p15:guide>
        <p15:guide id="30" pos="3771" userDrawn="1">
          <p15:clr>
            <a:srgbClr val="F26B43"/>
          </p15:clr>
        </p15:guide>
        <p15:guide id="31" pos="3905" userDrawn="1">
          <p15:clr>
            <a:srgbClr val="F26B43"/>
          </p15:clr>
        </p15:guide>
        <p15:guide id="32" pos="4972" userDrawn="1">
          <p15:clr>
            <a:srgbClr val="F26B43"/>
          </p15:clr>
        </p15:guide>
        <p15:guide id="33" pos="5111" userDrawn="1">
          <p15:clr>
            <a:srgbClr val="F26B43"/>
          </p15:clr>
        </p15:guide>
        <p15:guide id="34" pos="6178" userDrawn="1">
          <p15:clr>
            <a:srgbClr val="F26B43"/>
          </p15:clr>
        </p15:guide>
        <p15:guide id="35" pos="6324" userDrawn="1">
          <p15:clr>
            <a:srgbClr val="F26B43"/>
          </p15:clr>
        </p15:guide>
        <p15:guide id="36" orient="horz" pos="2160" userDrawn="1">
          <p15:clr>
            <a:srgbClr val="F26B43"/>
          </p15:clr>
        </p15:guide>
        <p15:guide id="37" orient="horz" pos="2088" userDrawn="1">
          <p15:clr>
            <a:srgbClr val="F26B43"/>
          </p15:clr>
        </p15:guide>
        <p15:guide id="38" orient="horz" pos="2232" userDrawn="1">
          <p15:clr>
            <a:srgbClr val="F26B43"/>
          </p15:clr>
        </p15:guide>
        <p15:guide id="39" pos="746" userDrawn="1">
          <p15:clr>
            <a:srgbClr val="F26B43"/>
          </p15:clr>
        </p15:guide>
        <p15:guide id="40" pos="895" userDrawn="1">
          <p15:clr>
            <a:srgbClr val="F26B43"/>
          </p15:clr>
        </p15:guide>
        <p15:guide id="41" pos="1944" userDrawn="1">
          <p15:clr>
            <a:srgbClr val="F26B43"/>
          </p15:clr>
        </p15:guide>
        <p15:guide id="42" pos="2098" userDrawn="1">
          <p15:clr>
            <a:srgbClr val="F26B43"/>
          </p15:clr>
        </p15:guide>
        <p15:guide id="43" pos="2559" userDrawn="1">
          <p15:clr>
            <a:srgbClr val="F26B43"/>
          </p15:clr>
        </p15:guide>
        <p15:guide id="44" pos="3304" userDrawn="1">
          <p15:clr>
            <a:srgbClr val="F26B43"/>
          </p15:clr>
        </p15:guide>
        <p15:guide id="45" pos="4365" userDrawn="1">
          <p15:clr>
            <a:srgbClr val="F26B43"/>
          </p15:clr>
        </p15:guide>
        <p15:guide id="46" pos="4511" userDrawn="1">
          <p15:clr>
            <a:srgbClr val="F26B43"/>
          </p15:clr>
        </p15:guide>
        <p15:guide id="47" pos="5584" userDrawn="1">
          <p15:clr>
            <a:srgbClr val="F26B43"/>
          </p15:clr>
        </p15:guide>
        <p15:guide id="48" pos="5724" userDrawn="1">
          <p15:clr>
            <a:srgbClr val="F26B43"/>
          </p15:clr>
        </p15:guide>
        <p15:guide id="49" pos="6791" userDrawn="1">
          <p15:clr>
            <a:srgbClr val="F26B43"/>
          </p15:clr>
        </p15:guide>
        <p15:guide id="50" pos="6930" userDrawn="1">
          <p15:clr>
            <a:srgbClr val="F26B43"/>
          </p15:clr>
        </p15:guide>
        <p15:guide id="52" orient="horz" pos="792" userDrawn="1">
          <p15:clr>
            <a:srgbClr val="F26B43"/>
          </p15:clr>
        </p15:guide>
        <p15:guide id="53" orient="horz" pos="1440" userDrawn="1">
          <p15:clr>
            <a:srgbClr val="F26B43"/>
          </p15:clr>
        </p15:guide>
        <p15:guide id="54" orient="horz" pos="1584" userDrawn="1">
          <p15:clr>
            <a:srgbClr val="F26B43"/>
          </p15:clr>
        </p15:guide>
        <p15:guide id="55" orient="horz" pos="2736" userDrawn="1">
          <p15:clr>
            <a:srgbClr val="F26B43"/>
          </p15:clr>
        </p15:guide>
        <p15:guide id="56" orient="horz" pos="2880" userDrawn="1">
          <p15:clr>
            <a:srgbClr val="F26B43"/>
          </p15:clr>
        </p15:guide>
        <p15:guide id="57" orient="horz" pos="3384" userDrawn="1">
          <p15:clr>
            <a:srgbClr val="F26B43"/>
          </p15:clr>
        </p15:guide>
        <p15:guide id="58" orient="horz" pos="3528" userDrawn="1">
          <p15:clr>
            <a:srgbClr val="F26B43"/>
          </p15:clr>
        </p15:guide>
        <p15:guide id="59" orient="horz" userDrawn="1">
          <p15:clr>
            <a:srgbClr val="F26B43"/>
          </p15:clr>
        </p15:guide>
        <p15:guide id="60" userDrawn="1">
          <p15:clr>
            <a:srgbClr val="F26B43"/>
          </p15:clr>
        </p15:guide>
        <p15:guide id="61" orient="horz" pos="4320" userDrawn="1">
          <p15:clr>
            <a:srgbClr val="F26B43"/>
          </p15:clr>
        </p15:guide>
        <p15:guide id="62" pos="7680" userDrawn="1">
          <p15:clr>
            <a:srgbClr val="F26B43"/>
          </p15:clr>
        </p15:guide>
        <p15:guide id="63" orient="horz" pos="3950" userDrawn="1">
          <p15:clr>
            <a:srgbClr val="F26B43"/>
          </p15:clr>
        </p15:guide>
        <p15:guide id="64" pos="3840" userDrawn="1">
          <p15:clr>
            <a:srgbClr val="F26B43"/>
          </p15:clr>
        </p15:guide>
        <p15:guide id="65" orient="horz" pos="216" userDrawn="1">
          <p15:clr>
            <a:srgbClr val="F26B43"/>
          </p15:clr>
        </p15:guide>
        <p15:guide id="66" orient="horz" pos="648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 wrap="square"/>
          <a:lstStyle/>
          <a:p>
            <a:r>
              <a:t>CAPITAL LEARNING  ·  LONG-TERM INVESTING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From a workshop to a journey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1300"/>
              <a:t>The complete LTI learning experience — designed end-to-end, automated, ready to roll out.</a:t>
            </a:r>
          </a:p>
          <a:p>
            <a:r>
              <a:rPr sz="1300"/>
              <a:t>Chee Sin  ·  Capital Learning team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 wrap="square"/>
          <a:lstStyle/>
          <a:p>
            <a:r>
              <a:t>CHAPTER 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>
                <a:solidFill>
                  <a:srgbClr val="FFFFFF"/>
                </a:solidFill>
              </a:rPr>
              <a:t>The gap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 wrap="square"/>
          <a:lstStyle/>
          <a:p>
            <a:r>
              <a:rPr>
                <a:solidFill>
                  <a:srgbClr val="D0EAE9"/>
                </a:solidFill>
              </a:rPr>
              <a:t>a strong workshop — and nothing around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workshop began and ended in the room.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 wrap="square"/>
          <a:lstStyle/>
          <a:p>
            <a:r>
              <a:t>THE GAP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3246120"/>
            <a:ext cx="10561320" cy="0"/>
          </a:xfrm>
          <a:prstGeom prst="line">
            <a:avLst/>
          </a:prstGeom>
          <a:ln w="15240">
            <a:solidFill>
              <a:srgbClr val="8FAD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960120" y="2377440"/>
            <a:ext cx="2926080" cy="173736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8FADB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88036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8FADB2"/>
                </a:solidFill>
                <a:latin typeface="Arial"/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29184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1">
                <a:solidFill>
                  <a:srgbClr val="8FADB2"/>
                </a:solidFill>
                <a:latin typeface="Arial"/>
              </a:rPr>
              <a:t>nothing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2148840"/>
            <a:ext cx="3154680" cy="2194560"/>
          </a:xfrm>
          <a:prstGeom prst="roundRect">
            <a:avLst>
              <a:gd name="adj" fmla="val 8000"/>
            </a:avLst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2670048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LTI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035808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WORKSHOP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56616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1">
                <a:solidFill>
                  <a:srgbClr val="D0EAE9"/>
                </a:solidFill>
                <a:latin typeface="Arial"/>
              </a:rPr>
              <a:t>strong — but self-contained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21040" y="2377440"/>
            <a:ext cx="2926080" cy="173736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8FADB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288036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8FADB2"/>
                </a:solidFill>
                <a:latin typeface="Arial"/>
              </a:rPr>
              <a:t>AFTER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29184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1">
                <a:solidFill>
                  <a:srgbClr val="8FADB2"/>
                </a:solidFill>
                <a:latin typeface="Arial"/>
              </a:rPr>
              <a:t>nothing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0292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595959"/>
                </a:solidFill>
                <a:latin typeface="Arial"/>
              </a:rPr>
              <a:t>No preparation   ·   no reinforcement   ·   nothing to make it stick   ·   no template for the next consultant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White space. Freedom to design it end-to-end.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 wrap="square"/>
          <a:lstStyle/>
          <a:p>
            <a:r>
              <a:t>THE MANDATE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40" y="2286000"/>
            <a:ext cx="9235440" cy="2651760"/>
          </a:xfrm>
          <a:prstGeom prst="roundRect">
            <a:avLst>
              <a:gd name="adj" fmla="val 8000"/>
            </a:avLst>
          </a:prstGeom>
          <a:solidFill>
            <a:srgbClr val="E6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103120" y="3246120"/>
            <a:ext cx="246888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80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3120" y="350215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08074"/>
                </a:solidFill>
                <a:latin typeface="Arial"/>
              </a:rPr>
              <a:t>PRE-WORKSHOP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700016" y="3502152"/>
            <a:ext cx="402336" cy="310896"/>
          </a:xfrm>
          <a:prstGeom prst="rightArrow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57800" y="3246120"/>
            <a:ext cx="2468880" cy="822960"/>
          </a:xfrm>
          <a:prstGeom prst="roundRect">
            <a:avLst>
              <a:gd name="adj" fmla="val 8000"/>
            </a:avLst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350215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IN-WORKSHOP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54696" y="3502152"/>
            <a:ext cx="402336" cy="310896"/>
          </a:xfrm>
          <a:prstGeom prst="rightArrow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80" y="3246120"/>
            <a:ext cx="246888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80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350215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08074"/>
                </a:solidFill>
                <a:latin typeface="Arial"/>
              </a:rPr>
              <a:t>POST-WORKSHOP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343400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1">
                <a:solidFill>
                  <a:srgbClr val="595959"/>
                </a:solidFill>
                <a:latin typeface="Arial"/>
              </a:rPr>
              <a:t>one experience — not three assets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3035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595959"/>
                </a:solidFill>
                <a:latin typeface="Arial"/>
              </a:rPr>
              <a:t>No existing materials to inherit — and the team's guidance shaping direction throughout.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 wrap="square"/>
          <a:lstStyle/>
          <a:p>
            <a:r>
              <a:t>CHAPTER 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>
                <a:solidFill>
                  <a:srgbClr val="FFFFFF"/>
                </a:solidFill>
              </a:rPr>
              <a:t>The thinking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 wrap="square"/>
          <a:lstStyle/>
          <a:p>
            <a:r>
              <a:rPr>
                <a:solidFill>
                  <a:srgbClr val="D0EAE9"/>
                </a:solidFill>
              </a:rPr>
              <a:t>behavioural design before any artifact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people walk into every workshop.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 wrap="square"/>
          <a:lstStyle/>
          <a:p>
            <a:r>
              <a:t>THE THINKING · WHO WALKS 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965960"/>
            <a:ext cx="324612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8FA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965960"/>
            <a:ext cx="3246120" cy="109728"/>
          </a:xfrm>
          <a:prstGeom prst="rect">
            <a:avLst/>
          </a:prstGeom>
          <a:solidFill>
            <a:srgbClr val="8FA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107691" y="2377440"/>
            <a:ext cx="768096" cy="768096"/>
          </a:xfrm>
          <a:prstGeom prst="ellipse">
            <a:avLst/>
          </a:prstGeom>
          <a:solidFill>
            <a:srgbClr val="E6ECEE"/>
          </a:solidFill>
          <a:ln w="19050">
            <a:solidFill>
              <a:srgbClr val="8FA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37560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595959"/>
                </a:solidFill>
                <a:latin typeface="Arial"/>
              </a:rPr>
              <a:t>THE PRISONER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21608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1">
                <a:solidFill>
                  <a:srgbClr val="595959"/>
                </a:solidFill>
                <a:latin typeface="Arial"/>
              </a:rPr>
              <a:t>“I have to be here.”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114800"/>
            <a:ext cx="3246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8FADB2"/>
                </a:solidFill>
                <a:latin typeface="Arial"/>
              </a:rPr>
              <a:t>inevitable — every room has them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26280" y="1965960"/>
            <a:ext cx="324612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06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26280" y="1965960"/>
            <a:ext cx="3246120" cy="109728"/>
          </a:xfrm>
          <a:prstGeom prst="rect">
            <a:avLst/>
          </a:prstGeom>
          <a:solidFill>
            <a:srgbClr val="006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765292" y="2377440"/>
            <a:ext cx="768096" cy="768096"/>
          </a:xfrm>
          <a:prstGeom prst="ellipse">
            <a:avLst/>
          </a:prstGeom>
          <a:solidFill>
            <a:srgbClr val="D0EAE9"/>
          </a:solidFill>
          <a:ln w="19050">
            <a:solidFill>
              <a:srgbClr val="006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3337560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068AE"/>
                </a:solidFill>
                <a:latin typeface="Arial"/>
              </a:rPr>
              <a:t>THE VACATIONER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3721608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1">
                <a:solidFill>
                  <a:srgbClr val="595959"/>
                </a:solidFill>
                <a:latin typeface="Arial"/>
              </a:rPr>
              <a:t>“Nice day out of the office.”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72100" y="4087368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006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THE TARGET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79" y="1965960"/>
            <a:ext cx="324612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8FA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83879" y="1965960"/>
            <a:ext cx="3246120" cy="109728"/>
          </a:xfrm>
          <a:prstGeom prst="rect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22892" y="2377440"/>
            <a:ext cx="768096" cy="768096"/>
          </a:xfrm>
          <a:prstGeom prst="ellipse">
            <a:avLst/>
          </a:prstGeom>
          <a:solidFill>
            <a:srgbClr val="D0EAE9"/>
          </a:solidFill>
          <a:ln w="19050">
            <a:solidFill>
              <a:srgbClr val="0080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79" y="3337560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08074"/>
                </a:solidFill>
                <a:latin typeface="Arial"/>
              </a:rPr>
              <a:t>THE LEARNER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3721608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1">
                <a:solidFill>
                  <a:srgbClr val="595959"/>
                </a:solidFill>
                <a:latin typeface="Arial"/>
              </a:rPr>
              <a:t>“I’m here to get better.”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4114800"/>
            <a:ext cx="3246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8FADB2"/>
                </a:solidFill>
                <a:latin typeface="Arial"/>
              </a:rPr>
              <a:t>the goal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" y="4983480"/>
            <a:ext cx="10561320" cy="868680"/>
          </a:xfrm>
          <a:prstGeom prst="roundRect">
            <a:avLst>
              <a:gd name="adj" fmla="val 8000"/>
            </a:avLst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2303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Prisoners are inevitable. The pre-workshop layer targets the Vacationers — turned into Learners before they walk 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Two models, one journey.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 wrap="square"/>
          <a:lstStyle/>
          <a:p>
            <a:r>
              <a:t>THE THINKING · THE MODELS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920240"/>
            <a:ext cx="5074920" cy="3657600"/>
          </a:xfrm>
          <a:prstGeom prst="roundRect">
            <a:avLst>
              <a:gd name="adj" fmla="val 8000"/>
            </a:avLst>
          </a:prstGeom>
          <a:solidFill>
            <a:srgbClr val="E6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88719" y="224028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PRE-WORKSHOP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19" y="2834640"/>
            <a:ext cx="4434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83469"/>
                </a:solidFill>
                <a:latin typeface="Arial"/>
              </a:rPr>
              <a:t>Fogg  B = MAP</a:t>
            </a:r>
          </a:p>
        </p:txBody>
      </p:sp>
      <p:sp>
        <p:nvSpPr>
          <p:cNvPr id="9" name="Oval 8"/>
          <p:cNvSpPr/>
          <p:nvPr/>
        </p:nvSpPr>
        <p:spPr>
          <a:xfrm>
            <a:off x="1216152" y="3566160"/>
            <a:ext cx="164592" cy="164592"/>
          </a:xfrm>
          <a:prstGeom prst="ellipse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27048" y="352044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08074"/>
                </a:solidFill>
                <a:latin typeface="Arial"/>
              </a:rPr>
              <a:t>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3520440"/>
            <a:ext cx="269747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95959"/>
                </a:solidFill>
                <a:latin typeface="Arial"/>
              </a:rPr>
              <a:t>tiny, tap-based actions</a:t>
            </a:r>
          </a:p>
        </p:txBody>
      </p:sp>
      <p:sp>
        <p:nvSpPr>
          <p:cNvPr id="12" name="Oval 11"/>
          <p:cNvSpPr/>
          <p:nvPr/>
        </p:nvSpPr>
        <p:spPr>
          <a:xfrm>
            <a:off x="1216152" y="4187952"/>
            <a:ext cx="164592" cy="164592"/>
          </a:xfrm>
          <a:prstGeom prst="ellipse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27048" y="4142232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08074"/>
                </a:solidFill>
                <a:latin typeface="Arial"/>
              </a:rPr>
              <a:t>Motivation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4142232"/>
            <a:ext cx="269747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95959"/>
                </a:solidFill>
                <a:latin typeface="Arial"/>
              </a:rPr>
              <a:t>identity &amp; commitment framing</a:t>
            </a:r>
          </a:p>
        </p:txBody>
      </p:sp>
      <p:sp>
        <p:nvSpPr>
          <p:cNvPr id="15" name="Oval 14"/>
          <p:cNvSpPr/>
          <p:nvPr/>
        </p:nvSpPr>
        <p:spPr>
          <a:xfrm>
            <a:off x="1216152" y="4809744"/>
            <a:ext cx="164592" cy="164592"/>
          </a:xfrm>
          <a:prstGeom prst="ellipse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27048" y="476402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08074"/>
                </a:solidFill>
                <a:latin typeface="Arial"/>
              </a:rPr>
              <a:t>Prompt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764024"/>
            <a:ext cx="269747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95959"/>
                </a:solidFill>
                <a:latin typeface="Arial"/>
              </a:rPr>
              <a:t>completion meter — goal-gradient momentum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920240"/>
            <a:ext cx="5074920" cy="3657600"/>
          </a:xfrm>
          <a:prstGeom prst="roundRect">
            <a:avLst>
              <a:gd name="adj" fmla="val 8000"/>
            </a:avLst>
          </a:prstGeom>
          <a:solidFill>
            <a:srgbClr val="E6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83679" y="224028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POST-WORKSHOP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79" y="2834640"/>
            <a:ext cx="4434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83469"/>
                </a:solidFill>
                <a:latin typeface="Arial"/>
              </a:rPr>
              <a:t>Atomic habit loop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79" y="3611880"/>
            <a:ext cx="1371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80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79" y="3749039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008074"/>
                </a:solidFill>
                <a:latin typeface="Arial"/>
              </a:rPr>
              <a:t>CUE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79" y="4078224"/>
            <a:ext cx="1371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95959"/>
                </a:solidFill>
                <a:latin typeface="Arial"/>
              </a:rPr>
              <a:t>calendar reminder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973567" y="3913632"/>
            <a:ext cx="182880" cy="256032"/>
          </a:xfrm>
          <a:prstGeom prst="rightArrow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56448" y="3611880"/>
            <a:ext cx="1371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80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56448" y="3749039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008074"/>
                </a:solidFill>
                <a:latin typeface="Arial"/>
              </a:rPr>
              <a:t>ACTION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56448" y="4078224"/>
            <a:ext cx="1371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95959"/>
                </a:solidFill>
                <a:latin typeface="Arial"/>
              </a:rPr>
              <a:t>one client-ready move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546336" y="3913632"/>
            <a:ext cx="182880" cy="256032"/>
          </a:xfrm>
          <a:prstGeom prst="rightArrow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729215" y="3611880"/>
            <a:ext cx="1371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80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29215" y="3749039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008074"/>
                </a:solidFill>
                <a:latin typeface="Arial"/>
              </a:rPr>
              <a:t>REWARD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29215" y="4078224"/>
            <a:ext cx="1371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95959"/>
                </a:solidFill>
                <a:latin typeface="Arial"/>
              </a:rPr>
              <a:t>one logged win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79" y="4800600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95959"/>
                </a:solidFill>
                <a:latin typeface="Arial"/>
              </a:rPr>
              <a:t>repeat weekly — small, visible, client-ready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Four-box client conversation framework.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 wrap="square"/>
          <a:lstStyle/>
          <a:p>
            <a:r>
              <a:t>THE THINKING · THE CONNECTIVE TISSUE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43200"/>
            <a:ext cx="4206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083469"/>
                </a:solidFill>
                <a:latin typeface="Arial"/>
              </a:rPr>
              <a:t>The connective tissue across every artifact — pre, during and post.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577840" y="1783080"/>
            <a:ext cx="2697480" cy="1874519"/>
          </a:xfrm>
          <a:prstGeom prst="rect">
            <a:avLst/>
          </a:prstGeom>
          <a:solidFill>
            <a:srgbClr val="006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0" y="228600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Acknowledge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2697480"/>
            <a:ext cx="2331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FFFFFF"/>
                </a:solidFill>
                <a:latin typeface="Arial"/>
              </a:rPr>
              <a:t>Empathise, listen</a:t>
            </a:r>
          </a:p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FFFFFF"/>
                </a:solidFill>
                <a:latin typeface="Arial"/>
              </a:rPr>
              <a:t>and identify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76488" y="1783080"/>
            <a:ext cx="2697480" cy="1874519"/>
          </a:xfrm>
          <a:prstGeom prst="rect">
            <a:avLst/>
          </a:prstGeom>
          <a:solidFill>
            <a:srgbClr val="00A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59367" y="228600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Perspective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9367" y="2697480"/>
            <a:ext cx="2331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FFFFFF"/>
                </a:solidFill>
                <a:latin typeface="Arial"/>
              </a:rPr>
              <a:t>Share and educate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77840" y="3858768"/>
            <a:ext cx="2697480" cy="1874519"/>
          </a:xfrm>
          <a:prstGeom prst="rect">
            <a:avLst/>
          </a:prstGeom>
          <a:solidFill>
            <a:srgbClr val="00A2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0" y="4361688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Confidence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4773168"/>
            <a:ext cx="2331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FFFFFF"/>
                </a:solidFill>
                <a:latin typeface="Arial"/>
              </a:rPr>
              <a:t>Prioritise goals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76488" y="3858768"/>
            <a:ext cx="2697480" cy="1874519"/>
          </a:xfrm>
          <a:prstGeom prst="rect">
            <a:avLst/>
          </a:prstGeom>
          <a:solidFill>
            <a:srgbClr val="C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59367" y="4361688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Opportunity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59367" y="4773168"/>
            <a:ext cx="2331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FFFFFF"/>
                </a:solidFill>
                <a:latin typeface="Arial"/>
              </a:rPr>
              <a:t>Give action steps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 wrap="square"/>
          <a:lstStyle/>
          <a:p>
            <a:r>
              <a:t>CHAPTER 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>
                <a:solidFill>
                  <a:srgbClr val="FFFFFF"/>
                </a:solidFill>
              </a:rPr>
              <a:t>The build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 wrap="square"/>
          <a:lstStyle/>
          <a:p>
            <a:r>
              <a:rPr>
                <a:solidFill>
                  <a:srgbClr val="D0EAE9"/>
                </a:solidFill>
              </a:rPr>
              <a:t>one experience · three moments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148840"/>
            <a:ext cx="1234440" cy="502920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D0EA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2267712"/>
            <a:ext cx="1234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D0EAE9"/>
                </a:solidFill>
                <a:latin typeface="Arial"/>
              </a:rPr>
              <a:t>BEFORE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06840" y="2148840"/>
            <a:ext cx="1234440" cy="502920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D0EA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6840" y="2267712"/>
            <a:ext cx="1234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D0EAE9"/>
                </a:solidFill>
                <a:latin typeface="Arial"/>
              </a:rPr>
              <a:t>DURING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24160" y="2148840"/>
            <a:ext cx="1234440" cy="502920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D0EA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60" y="2267712"/>
            <a:ext cx="1234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D0EAE9"/>
                </a:solidFill>
                <a:latin typeface="Arial"/>
              </a:rPr>
              <a:t>AFTER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dull form became a two-minute gut check.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 wrap="square"/>
          <a:lstStyle/>
          <a:p>
            <a:r>
              <a:t>THE BUILD · BEFORE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011680"/>
            <a:ext cx="3931920" cy="3017520"/>
          </a:xfrm>
          <a:prstGeom prst="roundRect">
            <a:avLst>
              <a:gd name="adj" fmla="val 8000"/>
            </a:avLst>
          </a:prstGeom>
          <a:solidFill>
            <a:srgbClr val="E6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40280"/>
            <a:ext cx="33832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ADB2"/>
                </a:solidFill>
                <a:latin typeface="Arial"/>
              </a:rPr>
              <a:t>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3383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595959"/>
                </a:solidFill>
                <a:latin typeface="Arial"/>
              </a:rPr>
              <a:t>4-question diagnostic 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200400"/>
            <a:ext cx="33832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8FADB2"/>
                </a:solidFill>
                <a:latin typeface="Arial"/>
              </a:rPr>
              <a:t>typed answers · named ·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8FADB2"/>
                </a:solidFill>
                <a:latin typeface="Arial"/>
              </a:rPr>
              <a:t>results nobody sees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029200" y="3291840"/>
            <a:ext cx="548640" cy="457200"/>
          </a:xfrm>
          <a:prstGeom prst="rightArrow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852160" y="2011680"/>
            <a:ext cx="5486400" cy="3017520"/>
          </a:xfrm>
          <a:prstGeom prst="roundRect">
            <a:avLst>
              <a:gd name="adj" fmla="val 8000"/>
            </a:avLst>
          </a:prstGeom>
          <a:solidFill>
            <a:srgbClr val="D0EAE9"/>
          </a:solidFill>
          <a:ln w="19050">
            <a:solidFill>
              <a:srgbClr val="0080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224028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8074"/>
                </a:solidFill>
                <a:latin typeface="Arial"/>
              </a:rPr>
              <a:t>NOW — LIVE SLIDO / MENTI POLLS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263347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83469"/>
                </a:solidFill>
                <a:latin typeface="Arial"/>
              </a:rPr>
              <a:t>Anonymous · tap-not-type · results live on screen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29184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95959"/>
                </a:solidFill>
                <a:latin typeface="Arial"/>
              </a:rPr>
              <a:t>The teaching reveal — Q2 as a ranking poll: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703320"/>
            <a:ext cx="301752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FA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380390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083469"/>
                </a:solidFill>
                <a:latin typeface="Arial"/>
              </a:rPr>
              <a:t>“ask what’s driving it”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0" y="3749039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831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831574"/>
                </a:solidFill>
                <a:latin typeface="Arial"/>
              </a:rPr>
              <a:t>ranked LAST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43159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8074"/>
                </a:solidFill>
                <a:latin typeface="Arial"/>
              </a:rPr>
              <a:t>…then the four-box framework flips it to first.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Slides re-engineered into conversation moves.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 wrap="square"/>
          <a:lstStyle/>
          <a:p>
            <a:r>
              <a:t>THE BUILD · DURING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057400"/>
            <a:ext cx="33832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8FA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057400"/>
            <a:ext cx="82296" cy="1325880"/>
          </a:xfrm>
          <a:prstGeom prst="rect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22199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83469"/>
                </a:solidFill>
                <a:latin typeface="Arial"/>
              </a:rPr>
              <a:t>Tip Sheet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715768"/>
            <a:ext cx="30175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95959"/>
                </a:solidFill>
                <a:latin typeface="Arial"/>
              </a:rPr>
              <a:t>the workshop in one page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057400"/>
            <a:ext cx="33832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8FA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80560" y="2057400"/>
            <a:ext cx="82296" cy="1325880"/>
          </a:xfrm>
          <a:prstGeom prst="rect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222199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83469"/>
                </a:solidFill>
                <a:latin typeface="Arial"/>
              </a:rPr>
              <a:t>Advisor Talking Points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715768"/>
            <a:ext cx="30175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95959"/>
                </a:solidFill>
                <a:latin typeface="Arial"/>
              </a:rPr>
              <a:t>three talking points · ask your client · advisor next step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3611880"/>
            <a:ext cx="33832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8FA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3611880"/>
            <a:ext cx="82296" cy="1325880"/>
          </a:xfrm>
          <a:prstGeom prst="rect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77647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83469"/>
                </a:solidFill>
                <a:latin typeface="Arial"/>
              </a:rPr>
              <a:t>Steps for Success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270248"/>
            <a:ext cx="30175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95959"/>
                </a:solidFill>
                <a:latin typeface="Arial"/>
              </a:rPr>
              <a:t>the 8-week follow-through sequence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0560" y="3611880"/>
            <a:ext cx="33832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8FA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80560" y="3611880"/>
            <a:ext cx="82296" cy="1325880"/>
          </a:xfrm>
          <a:prstGeom prst="rect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377647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83469"/>
                </a:solidFill>
                <a:latin typeface="Arial"/>
              </a:rPr>
              <a:t>Client-Facing Talking Points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4270248"/>
            <a:ext cx="30175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95959"/>
                </a:solidFill>
                <a:latin typeface="Arial"/>
              </a:rPr>
              <a:t>client-ready language, usable verbatim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2468880"/>
            <a:ext cx="3337560" cy="1737360"/>
          </a:xfrm>
          <a:prstGeom prst="roundRect">
            <a:avLst>
              <a:gd name="adj" fmla="val 8000"/>
            </a:avLst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2880360"/>
            <a:ext cx="28346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“Market timing needs two correct decisions.”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Making it stick — one move at a time.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 wrap="square"/>
          <a:lstStyle/>
          <a:p>
            <a:r>
              <a:t>THE BUILD · AFTER</a:t>
            </a:r>
          </a:p>
        </p:txBody>
      </p:sp>
      <p:sp>
        <p:nvSpPr>
          <p:cNvPr id="6" name="Oval 5"/>
          <p:cNvSpPr/>
          <p:nvPr/>
        </p:nvSpPr>
        <p:spPr>
          <a:xfrm>
            <a:off x="1188720" y="2194560"/>
            <a:ext cx="1737360" cy="1737360"/>
          </a:xfrm>
          <a:prstGeom prst="ellipse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69748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CUE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090672"/>
            <a:ext cx="1737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D0EAE9"/>
                </a:solidFill>
                <a:latin typeface="Arial"/>
              </a:rPr>
              <a:t>calendar reminder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17520" y="2880360"/>
            <a:ext cx="777240" cy="365760"/>
          </a:xfrm>
          <a:prstGeom prst="rightArrow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931920" y="2194560"/>
            <a:ext cx="1737360" cy="1737360"/>
          </a:xfrm>
          <a:prstGeom prst="ellipse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0" y="269748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3090672"/>
            <a:ext cx="1737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D0EAE9"/>
                </a:solidFill>
                <a:latin typeface="Arial"/>
              </a:rPr>
              <a:t>one client-ready move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760720" y="2880360"/>
            <a:ext cx="777240" cy="365760"/>
          </a:xfrm>
          <a:prstGeom prst="rightArrow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75120" y="2194560"/>
            <a:ext cx="1737360" cy="1737360"/>
          </a:xfrm>
          <a:prstGeom prst="ellipse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269748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REWARD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090672"/>
            <a:ext cx="1737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D0EAE9"/>
                </a:solidFill>
                <a:latin typeface="Arial"/>
              </a:rPr>
              <a:t>one logged win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69079"/>
            <a:ext cx="7223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1">
                <a:solidFill>
                  <a:srgbClr val="595959"/>
                </a:solidFill>
                <a:latin typeface="Arial"/>
              </a:rPr>
              <a:t>repeat weekly — one move at a time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78240" y="1920240"/>
            <a:ext cx="2697480" cy="3291840"/>
          </a:xfrm>
          <a:prstGeom prst="roundRect">
            <a:avLst>
              <a:gd name="adj" fmla="val 8000"/>
            </a:avLst>
          </a:prstGeom>
          <a:solidFill>
            <a:srgbClr val="E6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210312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08074"/>
                </a:solidFill>
                <a:latin typeface="Arial"/>
              </a:rPr>
              <a:t>THE KIT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248716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83469"/>
                </a:solidFill>
                <a:latin typeface="Arial"/>
              </a:rPr>
              <a:t>•  Win 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299008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83469"/>
                </a:solidFill>
                <a:latin typeface="Arial"/>
              </a:rPr>
              <a:t>•  Objection Tracker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349300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83469"/>
                </a:solidFill>
                <a:latin typeface="Arial"/>
              </a:rPr>
              <a:t>•  Habit Commitment Card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39959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83469"/>
                </a:solidFill>
                <a:latin typeface="Arial"/>
              </a:rPr>
              <a:t>•  Next-Step Planner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840" y="449884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83469"/>
                </a:solidFill>
                <a:latin typeface="Arial"/>
              </a:rPr>
              <a:t>•  Advisor Journey page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577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595959"/>
                </a:solidFill>
                <a:latin typeface="Arial"/>
              </a:rPr>
              <a:t>Advisor Journey: progress ring · day streak · wins tally · one “today” card · private objection bank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delivery engine — ten versions, three that mattered.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 wrap="square"/>
          <a:lstStyle/>
          <a:p>
            <a:r>
              <a:t>THE BUILD · AFTER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456535" y="2514600"/>
            <a:ext cx="7278624" cy="0"/>
          </a:xfrm>
          <a:prstGeom prst="line">
            <a:avLst/>
          </a:prstGeom>
          <a:ln w="25400">
            <a:solidFill>
              <a:srgbClr val="8FAD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2310231" y="2368296"/>
            <a:ext cx="292608" cy="292608"/>
          </a:xfrm>
          <a:prstGeom prst="ellipse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0615" y="1856232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083469"/>
                </a:solidFill>
                <a:latin typeface="Arial"/>
              </a:rPr>
              <a:t>v8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615" y="3017520"/>
            <a:ext cx="329184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FA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3495" y="3291839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83469"/>
                </a:solidFill>
                <a:latin typeface="Arial"/>
              </a:rPr>
              <a:t>First working shell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9215" y="3749039"/>
            <a:ext cx="2834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595959"/>
                </a:solidFill>
                <a:latin typeface="Arial"/>
              </a:rPr>
              <a:t>reminders → one calendar file</a:t>
            </a:r>
          </a:p>
        </p:txBody>
      </p:sp>
      <p:sp>
        <p:nvSpPr>
          <p:cNvPr id="12" name="Oval 11"/>
          <p:cNvSpPr/>
          <p:nvPr/>
        </p:nvSpPr>
        <p:spPr>
          <a:xfrm>
            <a:off x="5949543" y="2368296"/>
            <a:ext cx="292608" cy="292608"/>
          </a:xfrm>
          <a:prstGeom prst="ellipse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9927" y="1856232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083469"/>
                </a:solidFill>
                <a:latin typeface="Arial"/>
              </a:rPr>
              <a:t>v16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49927" y="3017520"/>
            <a:ext cx="329184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FA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2807" y="3291839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83469"/>
                </a:solidFill>
                <a:latin typeface="Arial"/>
              </a:rPr>
              <a:t>Engagement Calendar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8527" y="3749039"/>
            <a:ext cx="2834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595959"/>
                </a:solidFill>
                <a:latin typeface="Arial"/>
              </a:rPr>
              <a:t>formal touchpoint model — built for designers and consultants</a:t>
            </a:r>
          </a:p>
        </p:txBody>
      </p:sp>
      <p:sp>
        <p:nvSpPr>
          <p:cNvPr id="17" name="Oval 16"/>
          <p:cNvSpPr/>
          <p:nvPr/>
        </p:nvSpPr>
        <p:spPr>
          <a:xfrm>
            <a:off x="9588855" y="2368296"/>
            <a:ext cx="292608" cy="292608"/>
          </a:xfrm>
          <a:prstGeom prst="ellipse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89239" y="1856232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008074"/>
                </a:solidFill>
                <a:latin typeface="Arial"/>
              </a:rPr>
              <a:t>v17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9239" y="3017520"/>
            <a:ext cx="3291840" cy="1691640"/>
          </a:xfrm>
          <a:prstGeom prst="roundRect">
            <a:avLst>
              <a:gd name="adj" fmla="val 8000"/>
            </a:avLst>
          </a:prstGeom>
          <a:solidFill>
            <a:srgbClr val="D0EAE9"/>
          </a:solidFill>
          <a:ln w="19050">
            <a:solidFill>
              <a:srgbClr val="0080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2119" y="3291839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83469"/>
                </a:solidFill>
                <a:latin typeface="Arial"/>
              </a:rPr>
              <a:t>Self-contained exports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7839" y="3749039"/>
            <a:ext cx="2834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595959"/>
                </a:solidFill>
                <a:latin typeface="Arial"/>
              </a:rPr>
              <a:t>one import restores everything — nothing to reselect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2578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1">
                <a:solidFill>
                  <a:srgbClr val="595959"/>
                </a:solidFill>
                <a:latin typeface="Arial"/>
              </a:rPr>
              <a:t>ten real versions sit between the first shell and the shipped tool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Twelve touchpoints. The calendar tool ships three.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 wrap="square"/>
          <a:lstStyle/>
          <a:p>
            <a:r>
              <a:t>DESIGN JUDGEMENT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237744" cy="237744"/>
          </a:xfrm>
          <a:prstGeom prst="ellipse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52728" y="2148840"/>
            <a:ext cx="237744" cy="237744"/>
          </a:xfrm>
          <a:prstGeom prst="ellipse">
            <a:avLst/>
          </a:prstGeom>
          <a:solidFill>
            <a:srgbClr val="8FA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36776" y="2148840"/>
            <a:ext cx="237744" cy="237744"/>
          </a:xfrm>
          <a:prstGeom prst="ellipse">
            <a:avLst/>
          </a:prstGeom>
          <a:solidFill>
            <a:srgbClr val="8FA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20824" y="2148840"/>
            <a:ext cx="237744" cy="237744"/>
          </a:xfrm>
          <a:prstGeom prst="ellipse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404872" y="2148840"/>
            <a:ext cx="237744" cy="237744"/>
          </a:xfrm>
          <a:prstGeom prst="ellipse">
            <a:avLst/>
          </a:prstGeom>
          <a:solidFill>
            <a:srgbClr val="8FA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788920" y="2148840"/>
            <a:ext cx="237744" cy="237744"/>
          </a:xfrm>
          <a:prstGeom prst="ellipse">
            <a:avLst/>
          </a:prstGeom>
          <a:solidFill>
            <a:srgbClr val="8FA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172968" y="2148840"/>
            <a:ext cx="237744" cy="237744"/>
          </a:xfrm>
          <a:prstGeom prst="ellipse">
            <a:avLst/>
          </a:prstGeom>
          <a:solidFill>
            <a:srgbClr val="8FA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57015" y="2148840"/>
            <a:ext cx="237744" cy="237744"/>
          </a:xfrm>
          <a:prstGeom prst="ellipse">
            <a:avLst/>
          </a:prstGeom>
          <a:solidFill>
            <a:srgbClr val="8FA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41063" y="2148840"/>
            <a:ext cx="237744" cy="237744"/>
          </a:xfrm>
          <a:prstGeom prst="ellipse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25112" y="2148840"/>
            <a:ext cx="237744" cy="237744"/>
          </a:xfrm>
          <a:prstGeom prst="ellipse">
            <a:avLst/>
          </a:prstGeom>
          <a:solidFill>
            <a:srgbClr val="8FA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709160" y="2148840"/>
            <a:ext cx="237744" cy="237744"/>
          </a:xfrm>
          <a:prstGeom prst="ellipse">
            <a:avLst/>
          </a:prstGeom>
          <a:solidFill>
            <a:srgbClr val="8FA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093208" y="2148840"/>
            <a:ext cx="237744" cy="237744"/>
          </a:xfrm>
          <a:prstGeom prst="ellipse">
            <a:avLst/>
          </a:prstGeom>
          <a:solidFill>
            <a:srgbClr val="8FA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51460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FADB2"/>
                </a:solidFill>
                <a:latin typeface="Arial"/>
              </a:rPr>
              <a:t>Day 0 → Day 3 → Weeks 1–8 → Months 3–6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806440" y="2103120"/>
            <a:ext cx="502920" cy="411480"/>
          </a:xfrm>
          <a:prstGeom prst="rightArrow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20840" y="1737360"/>
            <a:ext cx="1325880" cy="1325880"/>
          </a:xfrm>
          <a:prstGeom prst="ellipse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2039112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DAY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3200400"/>
            <a:ext cx="1691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95959"/>
                </a:solidFill>
                <a:latin typeface="Arial"/>
              </a:rPr>
              <a:t>prepare + capture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95959"/>
                </a:solidFill>
                <a:latin typeface="Arial"/>
              </a:rPr>
              <a:t>one real concern</a:t>
            </a:r>
          </a:p>
        </p:txBody>
      </p:sp>
      <p:sp>
        <p:nvSpPr>
          <p:cNvPr id="23" name="Oval 22"/>
          <p:cNvSpPr/>
          <p:nvPr/>
        </p:nvSpPr>
        <p:spPr>
          <a:xfrm>
            <a:off x="8321040" y="1737360"/>
            <a:ext cx="1325880" cy="1325880"/>
          </a:xfrm>
          <a:prstGeom prst="ellipse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2039112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WEEK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3200400"/>
            <a:ext cx="1691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95959"/>
                </a:solidFill>
                <a:latin typeface="Arial"/>
              </a:rPr>
              <a:t>build one full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95959"/>
                </a:solidFill>
                <a:latin typeface="Arial"/>
              </a:rPr>
              <a:t>four-box response</a:t>
            </a:r>
          </a:p>
        </p:txBody>
      </p:sp>
      <p:sp>
        <p:nvSpPr>
          <p:cNvPr id="26" name="Oval 25"/>
          <p:cNvSpPr/>
          <p:nvPr/>
        </p:nvSpPr>
        <p:spPr>
          <a:xfrm>
            <a:off x="9921240" y="1737360"/>
            <a:ext cx="1325880" cy="1325880"/>
          </a:xfrm>
          <a:prstGeom prst="ellipse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21240" y="2039112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MONTH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38360" y="3200400"/>
            <a:ext cx="1691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95959"/>
                </a:solidFill>
                <a:latin typeface="Arial"/>
              </a:rPr>
              <a:t>keep one habit +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95959"/>
                </a:solidFill>
                <a:latin typeface="Arial"/>
              </a:rPr>
              <a:t>reinforce the core message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3977639"/>
            <a:ext cx="10561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83469"/>
                </a:solidFill>
                <a:latin typeface="Arial"/>
              </a:rPr>
              <a:t>Day 0 · Week 1 · Month 1 are built into the Engagement Calendar — same method, none of it lost.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" y="4754880"/>
            <a:ext cx="10561320" cy="914400"/>
          </a:xfrm>
          <a:prstGeom prst="roundRect">
            <a:avLst>
              <a:gd name="adj" fmla="val 8000"/>
            </a:avLst>
          </a:prstGeom>
          <a:solidFill>
            <a:srgbClr val="E6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491032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8074"/>
                </a:solidFill>
                <a:latin typeface="Arial"/>
              </a:rPr>
              <a:t>ITERATION BY REMOVING: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239512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083469"/>
                </a:solidFill>
                <a:latin typeface="Arial"/>
              </a:rPr>
              <a:t>the touchpoint cut — and the sign-in gate, dropped after feedback.  Engagement &gt; capture.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 wrap="square"/>
          <a:lstStyle/>
          <a:p>
            <a:r>
              <a:t>CHAPTER 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>
                <a:solidFill>
                  <a:srgbClr val="FFFFFF"/>
                </a:solidFill>
              </a:rPr>
              <a:t>The obstacle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 wrap="square"/>
          <a:lstStyle/>
          <a:p>
            <a:r>
              <a:rPr>
                <a:solidFill>
                  <a:srgbClr val="D0EAE9"/>
                </a:solidFill>
              </a:rPr>
              <a:t>told honestly — this is where it got hard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A QR code carries a pointer — never the file.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 wrap="square"/>
          <a:lstStyle/>
          <a:p>
            <a:r>
              <a:t>THE OBSTACLE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965960"/>
            <a:ext cx="1005840" cy="1005840"/>
          </a:xfrm>
          <a:prstGeom prst="roundRect">
            <a:avLst>
              <a:gd name="adj" fmla="val 8000"/>
            </a:avLst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58568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QR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083469"/>
                </a:solidFill>
                <a:latin typeface="Arial"/>
              </a:rPr>
              <a:t>~2–3 KB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28600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1">
                <a:solidFill>
                  <a:srgbClr val="595959"/>
                </a:solidFill>
                <a:latin typeface="Arial"/>
              </a:rPr>
              <a:t>vs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06040" y="1737360"/>
            <a:ext cx="2286000" cy="1463040"/>
          </a:xfrm>
          <a:prstGeom prst="roundRect">
            <a:avLst>
              <a:gd name="adj" fmla="val 8000"/>
            </a:avLst>
          </a:prstGeom>
          <a:solidFill>
            <a:srgbClr val="D0EAE9"/>
          </a:solidFill>
          <a:ln w="15240">
            <a:solidFill>
              <a:srgbClr val="0080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06040" y="214884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08074"/>
                </a:solidFill>
                <a:latin typeface="Arial"/>
              </a:rPr>
              <a:t>.ics + PDFs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253288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95959"/>
                </a:solidFill>
                <a:latin typeface="Arial"/>
              </a:rPr>
              <a:t>hundreds of KB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3566160"/>
            <a:ext cx="4023360" cy="1920240"/>
          </a:xfrm>
          <a:prstGeom prst="roundRect">
            <a:avLst>
              <a:gd name="adj" fmla="val 8000"/>
            </a:avLst>
          </a:prstGeom>
          <a:solidFill>
            <a:srgbClr val="E6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749039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31574"/>
                </a:solidFill>
                <a:latin typeface="Arial"/>
              </a:rPr>
              <a:t>FAILURE #1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096511"/>
            <a:ext cx="3566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083469"/>
                </a:solidFill>
                <a:latin typeface="Arial"/>
              </a:rPr>
              <a:t>QR → SharePoint share link →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083469"/>
                </a:solidFill>
                <a:latin typeface="Arial"/>
              </a:rPr>
              <a:t>iOS: “Validation failed.”</a:t>
            </a:r>
          </a:p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083469"/>
                </a:solidFill>
                <a:latin typeface="Arial"/>
              </a:rPr>
              <a:t>(share link returns a web page, and CG login blocks Apple’s fetcher)</a:t>
            </a:r>
          </a:p>
        </p:txBody>
      </p:sp>
      <p:sp>
        <p:nvSpPr>
          <p:cNvPr id="16" name="Isosceles Triangle 15"/>
          <p:cNvSpPr/>
          <p:nvPr/>
        </p:nvSpPr>
        <p:spPr>
          <a:xfrm>
            <a:off x="6858000" y="2057400"/>
            <a:ext cx="2560320" cy="2103120"/>
          </a:xfrm>
          <a:prstGeom prst="triangle">
            <a:avLst/>
          </a:prstGeom>
          <a:solidFill>
            <a:srgbClr val="E6ECEE"/>
          </a:solidFill>
          <a:ln w="15240">
            <a:solidFill>
              <a:srgbClr val="8FA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360920" y="1783080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SCAN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4251960"/>
            <a:ext cx="1965960" cy="384048"/>
          </a:xfrm>
          <a:prstGeom prst="roundRect">
            <a:avLst>
              <a:gd name="adj" fmla="val 50000"/>
            </a:avLst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ATTACHMENTS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425196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 LOGIN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06324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595959"/>
                </a:solidFill>
                <a:latin typeface="Arial"/>
              </a:rPr>
              <a:t>pick two</a:t>
            </a:r>
          </a:p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595959"/>
                </a:solidFill>
                <a:latin typeface="Arial"/>
              </a:rPr>
              <a:t>on internal hosting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5120640"/>
            <a:ext cx="5760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 i="0">
                <a:solidFill>
                  <a:srgbClr val="083469"/>
                </a:solidFill>
                <a:latin typeface="Arial"/>
              </a:rPr>
              <a:t>The trilemma: scan + calendar-with-PDFs + no-login</a:t>
            </a:r>
          </a:p>
          <a:p>
            <a:pPr algn="ctr">
              <a:lnSpc>
                <a:spcPct val="110000"/>
              </a:lnSpc>
            </a:pPr>
            <a:r>
              <a:rPr sz="1350" b="1" i="0">
                <a:solidFill>
                  <a:srgbClr val="083469"/>
                </a:solidFill>
                <a:latin typeface="Arial"/>
              </a:rPr>
              <a:t>can’t all be true on SharePoint.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Manual workaround → validated tool → governed automation.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 wrap="square"/>
          <a:lstStyle/>
          <a:p>
            <a:r>
              <a:t>THE OBSTACLE · RESOLVED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057400"/>
            <a:ext cx="3429000" cy="3017520"/>
          </a:xfrm>
          <a:prstGeom prst="roundRect">
            <a:avLst>
              <a:gd name="adj" fmla="val 8000"/>
            </a:avLst>
          </a:prstGeom>
          <a:solidFill>
            <a:srgbClr val="E6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8074"/>
                </a:solidFill>
                <a:latin typeface="Arial"/>
              </a:rPr>
              <a:t>1 · THE HONEST FAILURE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743200"/>
            <a:ext cx="29260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083469"/>
                </a:solidFill>
                <a:latin typeface="Arial"/>
              </a:rPr>
              <a:t>Hand-written QR encoder failed independent decoding — replaced with the validated qrcode.js library, output verified scannable.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2057400"/>
            <a:ext cx="3429000" cy="3017520"/>
          </a:xfrm>
          <a:prstGeom prst="roundRect">
            <a:avLst>
              <a:gd name="adj" fmla="val 8000"/>
            </a:avLst>
          </a:prstGeom>
          <a:solidFill>
            <a:srgbClr val="E6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0600" y="22860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8074"/>
                </a:solidFill>
                <a:latin typeface="Arial"/>
              </a:rPr>
              <a:t>2 · THE INTERIM TOOL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2743200"/>
            <a:ext cx="29260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083469"/>
                </a:solidFill>
                <a:latin typeface="Arial"/>
              </a:rPr>
              <a:t>Dedicated QR Generator: auto-converts links to direct-download form, warns on links that won’t resolve on a phone, live preview of the exact encoded URL.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783080"/>
            <a:ext cx="3291840" cy="3566160"/>
          </a:xfrm>
          <a:prstGeom prst="roundRect">
            <a:avLst>
              <a:gd name="adj" fmla="val 8000"/>
            </a:avLst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0116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D190"/>
                </a:solidFill>
                <a:latin typeface="Arial"/>
              </a:rPr>
              <a:t>3 · THE M365-NATIVE ENDING</a:t>
            </a:r>
          </a:p>
        </p:txBody>
      </p:sp>
      <p:sp>
        <p:nvSpPr>
          <p:cNvPr id="14" name="Oval 13"/>
          <p:cNvSpPr/>
          <p:nvPr/>
        </p:nvSpPr>
        <p:spPr>
          <a:xfrm>
            <a:off x="8476488" y="2532888"/>
            <a:ext cx="146304" cy="146304"/>
          </a:xfrm>
          <a:prstGeom prst="ellipse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50807" y="2468880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FFFFF"/>
                </a:solidFill>
                <a:latin typeface="Arial"/>
              </a:rPr>
              <a:t>scan QR on closing slide</a:t>
            </a:r>
          </a:p>
        </p:txBody>
      </p:sp>
      <p:sp>
        <p:nvSpPr>
          <p:cNvPr id="16" name="Oval 15"/>
          <p:cNvSpPr/>
          <p:nvPr/>
        </p:nvSpPr>
        <p:spPr>
          <a:xfrm>
            <a:off x="8476488" y="3099816"/>
            <a:ext cx="146304" cy="146304"/>
          </a:xfrm>
          <a:prstGeom prst="ellipse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50807" y="3035808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FFFFF"/>
                </a:solidFill>
                <a:latin typeface="Arial"/>
              </a:rPr>
              <a:t>pre-filled Microsoft Form</a:t>
            </a:r>
          </a:p>
        </p:txBody>
      </p:sp>
      <p:sp>
        <p:nvSpPr>
          <p:cNvPr id="18" name="Oval 17"/>
          <p:cNvSpPr/>
          <p:nvPr/>
        </p:nvSpPr>
        <p:spPr>
          <a:xfrm>
            <a:off x="8476488" y="3666744"/>
            <a:ext cx="146304" cy="146304"/>
          </a:xfrm>
          <a:prstGeom prst="ellipse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50807" y="3602736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FFFFF"/>
                </a:solidFill>
                <a:latin typeface="Arial"/>
              </a:rPr>
              <a:t>Power Automate fetches the .ics</a:t>
            </a:r>
          </a:p>
        </p:txBody>
      </p:sp>
      <p:sp>
        <p:nvSpPr>
          <p:cNvPr id="20" name="Oval 19"/>
          <p:cNvSpPr/>
          <p:nvPr/>
        </p:nvSpPr>
        <p:spPr>
          <a:xfrm>
            <a:off x="8476488" y="4233672"/>
            <a:ext cx="146304" cy="146304"/>
          </a:xfrm>
          <a:prstGeom prst="ellipse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50807" y="4169664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FFFFF"/>
                </a:solidFill>
                <a:latin typeface="Arial"/>
              </a:rPr>
              <a:t>emailed in ~30 seconds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8006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0D190"/>
                </a:solidFill>
                <a:latin typeface="Arial"/>
              </a:rPr>
              <a:t>No external hosting. Fully governed.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4224528" y="3429000"/>
            <a:ext cx="365760" cy="320040"/>
          </a:xfrm>
          <a:prstGeom prst="rightArrow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7863840" y="3429000"/>
            <a:ext cx="365760" cy="320040"/>
          </a:xfrm>
          <a:prstGeom prst="rightArrow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577840"/>
            <a:ext cx="10561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1">
                <a:solidFill>
                  <a:srgbClr val="595959"/>
                </a:solidFill>
                <a:latin typeface="Arial"/>
              </a:rPr>
              <a:t>The automation only fetches and forwards — the content stays with the calendar tool.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>
                <a:solidFill>
                  <a:srgbClr val="FFFFFF"/>
                </a:solidFill>
              </a:rPr>
              <a:t>Let’s try it out.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 wrap="square"/>
          <a:lstStyle/>
          <a:p>
            <a:r>
              <a:rPr>
                <a:solidFill>
                  <a:srgbClr val="D0EAE9"/>
                </a:solidFill>
              </a:rPr>
              <a:t>LIVE DEMO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54480" y="2103120"/>
            <a:ext cx="2651760" cy="2651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0" y="2377439"/>
            <a:ext cx="566928" cy="566928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84248" y="2532887"/>
            <a:ext cx="256031" cy="25603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48256" y="2596896"/>
            <a:ext cx="128016" cy="128016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64991" y="2377439"/>
            <a:ext cx="566928" cy="566928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0439" y="2532887"/>
            <a:ext cx="256031" cy="25603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84448" y="2596896"/>
            <a:ext cx="128016" cy="128016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28800" y="3913631"/>
            <a:ext cx="566928" cy="566928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84248" y="4069079"/>
            <a:ext cx="256031" cy="25603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48256" y="4133087"/>
            <a:ext cx="128016" cy="128016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88920" y="3337560"/>
            <a:ext cx="146304" cy="146304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54680" y="3154679"/>
            <a:ext cx="146304" cy="146304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71800" y="3703320"/>
            <a:ext cx="146304" cy="146304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29000" y="3520439"/>
            <a:ext cx="146304" cy="146304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606039" y="3886200"/>
            <a:ext cx="146304" cy="146304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29000" y="3977639"/>
            <a:ext cx="146304" cy="146304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154680" y="4160520"/>
            <a:ext cx="146304" cy="146304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88920" y="4160520"/>
            <a:ext cx="146304" cy="146304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80160" y="4937759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1">
                <a:solidFill>
                  <a:srgbClr val="D0EAE9"/>
                </a:solidFill>
                <a:latin typeface="Arial"/>
              </a:rPr>
              <a:t>live QR goes here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214884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Grab your phone. Scan the code.</a:t>
            </a:r>
          </a:p>
        </p:txBody>
      </p:sp>
      <p:sp>
        <p:nvSpPr>
          <p:cNvPr id="26" name="Oval 25"/>
          <p:cNvSpPr/>
          <p:nvPr/>
        </p:nvSpPr>
        <p:spPr>
          <a:xfrm>
            <a:off x="5349240" y="2944368"/>
            <a:ext cx="310896" cy="310896"/>
          </a:xfrm>
          <a:prstGeom prst="ellipse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4960" y="2980944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083469"/>
                </a:solidFill>
                <a:latin typeface="Arial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0" y="290779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0D190"/>
                </a:solidFill>
                <a:latin typeface="Arial"/>
              </a:rPr>
              <a:t>Scan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2926080"/>
            <a:ext cx="4480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FFFFFF"/>
                </a:solidFill>
                <a:latin typeface="Arial"/>
              </a:rPr>
              <a:t>your camera opens a pre-filled form — name and email, nothing else</a:t>
            </a:r>
          </a:p>
        </p:txBody>
      </p:sp>
      <p:sp>
        <p:nvSpPr>
          <p:cNvPr id="30" name="Oval 29"/>
          <p:cNvSpPr/>
          <p:nvPr/>
        </p:nvSpPr>
        <p:spPr>
          <a:xfrm>
            <a:off x="5349240" y="3813048"/>
            <a:ext cx="310896" cy="310896"/>
          </a:xfrm>
          <a:prstGeom prst="ellipse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4960" y="3849624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083469"/>
                </a:solidFill>
                <a:latin typeface="Arial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2160" y="377647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0D190"/>
                </a:solidFill>
                <a:latin typeface="Arial"/>
              </a:rPr>
              <a:t>Send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3794760"/>
            <a:ext cx="4480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FFFFFF"/>
                </a:solidFill>
                <a:latin typeface="Arial"/>
              </a:rPr>
              <a:t>Power Automate picks it up and fetches your follow-up calendar</a:t>
            </a:r>
          </a:p>
        </p:txBody>
      </p:sp>
      <p:sp>
        <p:nvSpPr>
          <p:cNvPr id="34" name="Oval 33"/>
          <p:cNvSpPr/>
          <p:nvPr/>
        </p:nvSpPr>
        <p:spPr>
          <a:xfrm>
            <a:off x="5349240" y="4681727"/>
            <a:ext cx="310896" cy="310896"/>
          </a:xfrm>
          <a:prstGeom prst="ellipse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4960" y="4718303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083469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0" y="464515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0D190"/>
                </a:solidFill>
                <a:latin typeface="Arial"/>
              </a:rPr>
              <a:t>Done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4663440"/>
            <a:ext cx="4480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FFFFFF"/>
                </a:solidFill>
                <a:latin typeface="Arial"/>
              </a:rPr>
              <a:t>the LTI journey lands in your inbox in about 30 seconds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03520" y="562356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D0EAE9"/>
                </a:solidFill>
                <a:latin typeface="Arial"/>
              </a:rPr>
              <a:t>This is exactly what advisers do on the closing slide.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 wrap="square"/>
          <a:lstStyle/>
          <a:p>
            <a:r>
              <a:t>CHAPTER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>
                <a:solidFill>
                  <a:srgbClr val="FFFFFF"/>
                </a:solidFill>
              </a:rPr>
              <a:t>The leap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 wrap="square"/>
          <a:lstStyle/>
          <a:p>
            <a:r>
              <a:rPr>
                <a:solidFill>
                  <a:srgbClr val="D0EAE9"/>
                </a:solidFill>
              </a:rPr>
              <a:t>from one tool to infrastructure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>
                <a:solidFill>
                  <a:srgbClr val="FFFFFF"/>
                </a:solidFill>
              </a:rPr>
              <a:t>One tool became infrastructure.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 wrap="square"/>
          <a:lstStyle/>
          <a:p>
            <a:r>
              <a:rPr>
                <a:solidFill>
                  <a:srgbClr val="D0EAE9"/>
                </a:solidFill>
              </a:rPr>
              <a:t>THE LEAP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D0EAE9"/>
                </a:solidFill>
                <a:latin typeface="Arial"/>
              </a:rPr>
              <a:t>The Workshop Calendar Tool Builder — a standalone, on-brand calendar tool for ANY workshop.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651760"/>
            <a:ext cx="3017520" cy="1371600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D0EA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97180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D0EAE9"/>
                </a:solidFill>
                <a:latin typeface="Arial"/>
              </a:rPr>
              <a:t>CONTENT DESIGNER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64991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1">
                <a:solidFill>
                  <a:srgbClr val="FFFFFF"/>
                </a:solidFill>
                <a:latin typeface="Arial"/>
              </a:rPr>
              <a:t>generates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23360" y="3154680"/>
            <a:ext cx="502920" cy="384048"/>
          </a:xfrm>
          <a:prstGeom prst="rightArrow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09160" y="2651760"/>
            <a:ext cx="3017520" cy="1371600"/>
          </a:xfrm>
          <a:prstGeom prst="roundRect">
            <a:avLst>
              <a:gd name="adj" fmla="val 8000"/>
            </a:avLst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297180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ANY WORKSHOP’S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3310128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calendar tool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909560" y="3154680"/>
            <a:ext cx="502920" cy="384048"/>
          </a:xfrm>
          <a:prstGeom prst="rightArrow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595360" y="2651760"/>
            <a:ext cx="3017520" cy="1371600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D0EA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0" y="297180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D0EAE9"/>
                </a:solidFill>
                <a:latin typeface="Arial"/>
              </a:rPr>
              <a:t>CONSULTANT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364991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1">
                <a:solidFill>
                  <a:srgbClr val="FFFFFF"/>
                </a:solidFill>
                <a:latin typeface="Arial"/>
              </a:rPr>
              <a:t>runs it — user guide included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7091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D0EAE9"/>
                </a:solidFill>
                <a:latin typeface="Arial"/>
              </a:rPr>
              <a:t>Branding locked to the CG template   ·   touchpoint sequence   ·   resource library   ·   preview &amp; export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Designed to travel — across markets, for two users.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 wrap="square"/>
          <a:lstStyle/>
          <a:p>
            <a:r>
              <a:t>IT SCALES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057400"/>
            <a:ext cx="5120640" cy="3200400"/>
          </a:xfrm>
          <a:prstGeom prst="roundRect">
            <a:avLst>
              <a:gd name="adj" fmla="val 8000"/>
            </a:avLst>
          </a:prstGeom>
          <a:solidFill>
            <a:srgbClr val="E6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31343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8074"/>
                </a:solidFill>
                <a:latin typeface="Arial"/>
              </a:rPr>
              <a:t>MARKETS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88720" y="278892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ASIA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8920" y="278892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EUROPE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83280"/>
            <a:ext cx="4480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083469"/>
                </a:solidFill>
                <a:latin typeface="Arial"/>
              </a:rPr>
              <a:t>Region-specific advisor talking points and</a:t>
            </a:r>
          </a:p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083469"/>
                </a:solidFill>
                <a:latin typeface="Arial"/>
              </a:rPr>
              <a:t>market decks — same method, local voice.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057400"/>
            <a:ext cx="5120640" cy="3200400"/>
          </a:xfrm>
          <a:prstGeom prst="roundRect">
            <a:avLst>
              <a:gd name="adj" fmla="val 8000"/>
            </a:avLst>
          </a:prstGeom>
          <a:solidFill>
            <a:srgbClr val="E6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31343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8074"/>
                </a:solidFill>
                <a:latin typeface="Arial"/>
              </a:rPr>
              <a:t>TWO USERS, ONE SYSTEM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2788920"/>
            <a:ext cx="44805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080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80" y="2898648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83469"/>
                </a:solidFill>
                <a:latin typeface="Arial"/>
              </a:rPr>
              <a:t>Content Designers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227832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95959"/>
                </a:solidFill>
                <a:latin typeface="Arial"/>
              </a:rPr>
              <a:t>generate the tools  (CD_ editions)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886200"/>
            <a:ext cx="44805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080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3995928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83469"/>
                </a:solidFill>
                <a:latin typeface="Arial"/>
              </a:rPr>
              <a:t>Consultants &amp; Advisers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4325112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95959"/>
                </a:solidFill>
                <a:latin typeface="Arial"/>
              </a:rPr>
              <a:t>use them — no setup, no training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57784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83469"/>
                </a:solidFill>
                <a:latin typeface="Arial"/>
              </a:rPr>
              <a:t>Designing for both roles is what makes it adoptable.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A complete experience where none existed.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 wrap="square"/>
          <a:lstStyle/>
          <a:p>
            <a:r>
              <a:t>THE OUTCOME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148840"/>
            <a:ext cx="3383280" cy="2377440"/>
          </a:xfrm>
          <a:prstGeom prst="roundRect">
            <a:avLst>
              <a:gd name="adj" fmla="val 8000"/>
            </a:avLst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6032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&lt; 1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47472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D0EAE9"/>
                </a:solidFill>
                <a:latin typeface="Arial"/>
              </a:rPr>
              <a:t>build a journey once,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D0EAE9"/>
                </a:solidFill>
                <a:latin typeface="Arial"/>
              </a:rPr>
              <a:t>reuse it for the next workshop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2148840"/>
            <a:ext cx="3383280" cy="2377440"/>
          </a:xfrm>
          <a:prstGeom prst="roundRect">
            <a:avLst>
              <a:gd name="adj" fmla="val 8000"/>
            </a:avLst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256032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~30 sec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347472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D0EAE9"/>
                </a:solidFill>
                <a:latin typeface="Arial"/>
              </a:rPr>
              <a:t>automated delivery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D0EAE9"/>
                </a:solidFill>
                <a:latin typeface="Arial"/>
              </a:rPr>
              <a:t>per adviser, end-to-end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148840"/>
            <a:ext cx="3383280" cy="2377440"/>
          </a:xfrm>
          <a:prstGeom prst="roundRect">
            <a:avLst>
              <a:gd name="adj" fmla="val 8000"/>
            </a:avLst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92440" y="256032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347472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D0EAE9"/>
                </a:solidFill>
                <a:latin typeface="Arial"/>
              </a:rPr>
              <a:t>on-brand — every export,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D0EAE9"/>
                </a:solidFill>
                <a:latin typeface="Arial"/>
              </a:rPr>
              <a:t>whoever runs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02920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595959"/>
                </a:solidFill>
                <a:latin typeface="Arial"/>
              </a:rPr>
              <a:t>Pre → during → post, behaviourally grounded — plus the engine to run it for any workshop, in any market.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 wrap="square"/>
          <a:lstStyle/>
          <a:p>
            <a:r>
              <a:t>THE ASK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>
                <a:solidFill>
                  <a:srgbClr val="FFFFFF"/>
                </a:solidFill>
              </a:rPr>
              <a:t>Roll it out.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 wrap="square"/>
          <a:lstStyle/>
          <a:p>
            <a:r>
              <a:rPr>
                <a:solidFill>
                  <a:srgbClr val="D0EAE9"/>
                </a:solidFill>
              </a:rPr>
              <a:t>Plug-and-play across LTI workshops — pre, during, post.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8920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0D190"/>
                </a:solidFill>
                <a:latin typeface="Arial"/>
              </a:rPr>
              <a:t>This is ready to use tomorrow.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CG Internal Template">
  <a:themeElements>
    <a:clrScheme name="2026 CG Brand Primary">
      <a:dk1>
        <a:srgbClr val="000000"/>
      </a:dk1>
      <a:lt1>
        <a:srgbClr val="FFFFFF"/>
      </a:lt1>
      <a:dk2>
        <a:srgbClr val="083469"/>
      </a:dk2>
      <a:lt2>
        <a:srgbClr val="0068AE"/>
      </a:lt2>
      <a:accent1>
        <a:srgbClr val="008074"/>
      </a:accent1>
      <a:accent2>
        <a:srgbClr val="D0EAE9"/>
      </a:accent2>
      <a:accent3>
        <a:srgbClr val="E6ECEE"/>
      </a:accent3>
      <a:accent4>
        <a:srgbClr val="8FADB2"/>
      </a:accent4>
      <a:accent5>
        <a:srgbClr val="831574"/>
      </a:accent5>
      <a:accent6>
        <a:srgbClr val="00D190"/>
      </a:accent6>
      <a:hlink>
        <a:srgbClr val="0072E3"/>
      </a:hlink>
      <a:folHlink>
        <a:srgbClr val="005E9D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91440" tIns="91440" rIns="91440" bIns="91440" numCol="1" spcCol="38100" rtlCol="0" anchor="ctr">
        <a:noAutofit/>
      </a:bodyPr>
      <a:lstStyle>
        <a:defPPr marL="0" marR="0" indent="0" algn="ctr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600" b="0" i="0" u="none" strike="noStrike" cap="none" spc="0" normalizeH="0" baseline="0" dirty="0">
            <a:ln>
              <a:noFill/>
            </a:ln>
            <a:solidFill>
              <a:srgbClr val="FFFFFF"/>
            </a:solidFill>
            <a:effectLst>
              <a:outerShdw blurRad="38100" dist="12700" dir="5400000" rotWithShape="0">
                <a:srgbClr val="000000">
                  <a:alpha val="50000"/>
                </a:srgbClr>
              </a:outerShdw>
            </a:effectLst>
            <a:uFillTx/>
            <a:latin typeface="AvenirNext LT Com Regular" panose="020B0503020202020204" pitchFamily="34" charset="0"/>
            <a:sym typeface="AvenirNext LT Com Regular"/>
          </a:defRPr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9525" cap="flat">
          <a:solidFill>
            <a:schemeClr val="tx1"/>
          </a:solidFill>
          <a:prstDash val="solid"/>
          <a:miter lim="400000"/>
        </a:ln>
        <a:effectLst/>
        <a:sp3d/>
      </a:spPr>
      <a:bodyPr/>
      <a:lstStyle/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ln w="12700">
          <a:miter lim="400000"/>
        </a:ln>
      </a:spPr>
      <a:bodyPr wrap="square" lIns="0" tIns="0" rIns="0" bIns="0" rtlCol="0">
        <a:spAutoFit/>
      </a:bodyPr>
      <a:lstStyle>
        <a:defPPr>
          <a:defRPr sz="1400" b="1"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BBF04496-C61D-CB4A-AD2C-F21935505E09}" vid="{78AB75F7-5FEB-704A-B824-37F0DA56FDFF}"/>
    </a:ext>
  </a:extLst>
</a:theme>
</file>

<file path=ppt/theme/theme2.xml><?xml version="1.0" encoding="utf-8"?>
<a:theme xmlns:a="http://schemas.openxmlformats.org/drawingml/2006/main" name="White">
  <a:themeElements>
    <a:clrScheme name="CG Color Palette 2018">
      <a:dk1>
        <a:srgbClr val="005F9E"/>
      </a:dk1>
      <a:lt1>
        <a:srgbClr val="FFFFFF"/>
      </a:lt1>
      <a:dk2>
        <a:srgbClr val="009CDC"/>
      </a:dk2>
      <a:lt2>
        <a:srgbClr val="E3E1DC"/>
      </a:lt2>
      <a:accent1>
        <a:srgbClr val="005F9E"/>
      </a:accent1>
      <a:accent2>
        <a:srgbClr val="009CDC"/>
      </a:accent2>
      <a:accent3>
        <a:srgbClr val="00AEA9"/>
      </a:accent3>
      <a:accent4>
        <a:srgbClr val="B42573"/>
      </a:accent4>
      <a:accent5>
        <a:srgbClr val="554742"/>
      </a:accent5>
      <a:accent6>
        <a:srgbClr val="D5D0CA"/>
      </a:accent6>
      <a:hlink>
        <a:srgbClr val="0000FF"/>
      </a:hlink>
      <a:folHlink>
        <a:srgbClr val="FF00FF"/>
      </a:folHlink>
    </a:clrScheme>
    <a:fontScheme name="CG Brand font">
      <a:majorFont>
        <a:latin typeface="AvenirNext LT Com Regular"/>
        <a:ea typeface=""/>
        <a:cs typeface=""/>
      </a:majorFont>
      <a:minorFont>
        <a:latin typeface="AvenirNext LT Com Regular"/>
        <a:ea typeface=""/>
        <a:cs typeface="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539F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ctr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0" i="0" u="none" strike="noStrike" cap="none" spc="0" normalizeH="0" baseline="0">
            <a:ln>
              <a:noFill/>
            </a:ln>
            <a:solidFill>
              <a:srgbClr val="FFFFFF"/>
            </a:solidFill>
            <a:effectLst>
              <a:outerShdw blurRad="38100" dist="12700" dir="5400000" rotWithShape="0">
                <a:srgbClr val="000000">
                  <a:alpha val="50000"/>
                </a:srgbClr>
              </a:outerShdw>
            </a:effectLst>
            <a:uFillTx/>
            <a:latin typeface="AvenirNext LT Com Regular"/>
            <a:ea typeface="AvenirNext LT Com Regular"/>
            <a:cs typeface="AvenirNext LT Com Regular"/>
            <a:sym typeface="AvenirNext LT Com 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381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1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venirNext LT Com Regular"/>
            <a:ea typeface="AvenirNext LT Com Regular"/>
            <a:cs typeface="AvenirNext LT Com Regular"/>
            <a:sym typeface="AvenirNext LT Com 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CG color test palette">
      <a:dk1>
        <a:srgbClr val="005F9E"/>
      </a:dk1>
      <a:lt1>
        <a:srgbClr val="FFFFFF"/>
      </a:lt1>
      <a:dk2>
        <a:srgbClr val="009CDC"/>
      </a:dk2>
      <a:lt2>
        <a:srgbClr val="E3E1DC"/>
      </a:lt2>
      <a:accent1>
        <a:srgbClr val="005F9E"/>
      </a:accent1>
      <a:accent2>
        <a:srgbClr val="009CDC"/>
      </a:accent2>
      <a:accent3>
        <a:srgbClr val="00AEA9"/>
      </a:accent3>
      <a:accent4>
        <a:srgbClr val="B42573"/>
      </a:accent4>
      <a:accent5>
        <a:srgbClr val="554742"/>
      </a:accent5>
      <a:accent6>
        <a:srgbClr val="D5D0CA"/>
      </a:accent6>
      <a:hlink>
        <a:srgbClr val="0000FF"/>
      </a:hlink>
      <a:folHlink>
        <a:srgbClr val="FF00FF"/>
      </a:folHlink>
    </a:clrScheme>
    <a:fontScheme name="CG Preferred Fonts 2018">
      <a:majorFont>
        <a:latin typeface="AvenirNext LT Com Regular"/>
        <a:ea typeface=""/>
        <a:cs typeface=""/>
      </a:majorFont>
      <a:minorFont>
        <a:latin typeface="AvenirNext LT Com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2026 CG Brand Primary">
    <a:dk1>
      <a:srgbClr val="000000"/>
    </a:dk1>
    <a:lt1>
      <a:srgbClr val="FFFFFF"/>
    </a:lt1>
    <a:dk2>
      <a:srgbClr val="083469"/>
    </a:dk2>
    <a:lt2>
      <a:srgbClr val="0068AE"/>
    </a:lt2>
    <a:accent1>
      <a:srgbClr val="008074"/>
    </a:accent1>
    <a:accent2>
      <a:srgbClr val="D0EAE9"/>
    </a:accent2>
    <a:accent3>
      <a:srgbClr val="E6ECEE"/>
    </a:accent3>
    <a:accent4>
      <a:srgbClr val="8FADB2"/>
    </a:accent4>
    <a:accent5>
      <a:srgbClr val="831574"/>
    </a:accent5>
    <a:accent6>
      <a:srgbClr val="00D190"/>
    </a:accent6>
    <a:hlink>
      <a:srgbClr val="0072E3"/>
    </a:hlink>
    <a:folHlink>
      <a:srgbClr val="005E9D"/>
    </a:folHlink>
  </a:clrScheme>
</a:themeOverrid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75e35266-a0e4-4336-8224-c65b70b1bd82" xsi:nil="true"/>
    <lcf76f155ced4ddcb4097134ff3c332f xmlns="37a90fcf-f65a-4db3-aaa5-0ab5abc7284b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ECE840551FE1E47B8D3160DBB9D077D" ma:contentTypeVersion="15" ma:contentTypeDescription="Create a new document." ma:contentTypeScope="" ma:versionID="cdbd5e1505704a838359377011df84c6">
  <xsd:schema xmlns:xsd="http://www.w3.org/2001/XMLSchema" xmlns:xs="http://www.w3.org/2001/XMLSchema" xmlns:p="http://schemas.microsoft.com/office/2006/metadata/properties" xmlns:ns2="37a90fcf-f65a-4db3-aaa5-0ab5abc7284b" xmlns:ns3="75e35266-a0e4-4336-8224-c65b70b1bd82" targetNamespace="http://schemas.microsoft.com/office/2006/metadata/properties" ma:root="true" ma:fieldsID="78d36e0a692f996d96cbec67b6d998aa" ns2:_="" ns3:_="">
    <xsd:import namespace="37a90fcf-f65a-4db3-aaa5-0ab5abc7284b"/>
    <xsd:import namespace="75e35266-a0e4-4336-8224-c65b70b1bd8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ServiceSearchProperties" minOccurs="0"/>
                <xsd:element ref="ns2:MediaServiceObjectDetectorVersions" minOccurs="0"/>
                <xsd:element ref="ns2:MediaLengthInSecond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a90fcf-f65a-4db3-aaa5-0ab5abc7284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642c85e0-9014-473f-b2d5-b20670940c5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5e35266-a0e4-4336-8224-c65b70b1bd82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9e9de1d2-c2be-4fd1-a0be-19066d1de329}" ma:internalName="TaxCatchAll" ma:showField="CatchAllData" ma:web="75e35266-a0e4-4336-8224-c65b70b1bd8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A0174AC-40F1-462E-BF1B-0524D2F7636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43FB921-50B7-4423-A2D6-76FC7478F5A1}">
  <ds:schemaRefs>
    <ds:schemaRef ds:uri="http://purl.org/dc/dcmitype/"/>
    <ds:schemaRef ds:uri="3c980e3d-38a3-4144-abdb-963625e95112"/>
    <ds:schemaRef ds:uri="http://schemas.microsoft.com/office/2006/documentManagement/types"/>
    <ds:schemaRef ds:uri="http://purl.org/dc/elements/1.1/"/>
    <ds:schemaRef ds:uri="http://www.w3.org/XML/1998/namespace"/>
    <ds:schemaRef ds:uri="http://schemas.microsoft.com/office/infopath/2007/PartnerControls"/>
    <ds:schemaRef ds:uri="http://schemas.microsoft.com/office/2006/metadata/properties"/>
    <ds:schemaRef ds:uri="http://schemas.openxmlformats.org/package/2006/metadata/core-properties"/>
    <ds:schemaRef ds:uri="c2f5d556-2bca-4487-960c-d9d19bc200b8"/>
    <ds:schemaRef ds:uri="http://purl.org/dc/terms/"/>
    <ds:schemaRef ds:uri="75e35266-a0e4-4336-8224-c65b70b1bd82"/>
    <ds:schemaRef ds:uri="37a90fcf-f65a-4db3-aaa5-0ab5abc7284b"/>
  </ds:schemaRefs>
</ds:datastoreItem>
</file>

<file path=customXml/itemProps3.xml><?xml version="1.0" encoding="utf-8"?>
<ds:datastoreItem xmlns:ds="http://schemas.openxmlformats.org/officeDocument/2006/customXml" ds:itemID="{4509ACB3-F73D-4E7D-AEC7-390DE0B409C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a90fcf-f65a-4db3-aaa5-0ab5abc7284b"/>
    <ds:schemaRef ds:uri="75e35266-a0e4-4336-8224-c65b70b1bd8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Words>2287</Words>
  <Application>Microsoft Office PowerPoint</Application>
  <PresentationFormat>Widescreen</PresentationFormat>
  <Paragraphs>509</Paragraphs>
  <Slides>34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AvenirNext LT Com</vt:lpstr>
      <vt:lpstr>Arial</vt:lpstr>
      <vt:lpstr>AvenirNext LT Com Medium</vt:lpstr>
      <vt:lpstr>AvenirNext LT Com Regular</vt:lpstr>
      <vt:lpstr>Wingdings</vt:lpstr>
      <vt:lpstr>2026 CG Internal Template</vt:lpstr>
      <vt:lpstr>Presentation title ≤36pt – can be multiple lines</vt:lpstr>
      <vt:lpstr>Presentation title ≤36pt – can be two lines</vt:lpstr>
      <vt:lpstr>Presentation title ≤36pt – can be two lines</vt:lpstr>
      <vt:lpstr>Agenda</vt:lpstr>
      <vt:lpstr>1-line page title H1-line page title 1-line page title 1-line 28pt</vt:lpstr>
      <vt:lpstr>1-line page title H1-line page title 1-line page title 1-line 28pt</vt:lpstr>
      <vt:lpstr>1-line page title H1-line page title 1-line page title 1-line 28pt</vt:lpstr>
      <vt:lpstr>1-line page title 1-line page title 1-line 28pt</vt:lpstr>
      <vt:lpstr>1-line page title 1-line page title 1-line 28pt</vt:lpstr>
      <vt:lpstr>1-line page title for 3 text box layout 28pt</vt:lpstr>
      <vt:lpstr>1-line page title for 3 box points layout 28pt</vt:lpstr>
      <vt:lpstr>1-line page title 1-line 28pt</vt:lpstr>
      <vt:lpstr>2-line page title 2-line page title 2-line page 28pt</vt:lpstr>
      <vt:lpstr>1-line page title 1-line 28pt</vt:lpstr>
      <vt:lpstr>1-line page title 1-line page title 1-line page title 1-line 28pt</vt:lpstr>
      <vt:lpstr>1-line page title 1-line page title 1-line page title 1-line 28pt</vt:lpstr>
      <vt:lpstr>Page title page title page title page title page title page 28pt</vt:lpstr>
      <vt:lpstr>Page title page title page title page title page title page 28pt</vt:lpstr>
      <vt:lpstr>Section divider title can be two lines Section divider title can be two 40pt </vt:lpstr>
      <vt:lpstr>Section divider title can be two lines Section divider title can be two 40pt</vt:lpstr>
      <vt:lpstr>Section divider title can be two lines Section divider title can be two 40pt</vt:lpstr>
      <vt:lpstr>PowerPoint Presentation</vt:lpstr>
      <vt:lpstr>Insert a new chart, or copy and paste inside the chart place holder</vt:lpstr>
      <vt:lpstr>1-line page title for column chart page ADA symbols 28pt</vt:lpstr>
      <vt:lpstr>1-line page title for column chart page 28pt</vt:lpstr>
      <vt:lpstr>1-line page title for column chart page 28pt</vt:lpstr>
      <vt:lpstr>1-line page title for bar chart page 28pt</vt:lpstr>
      <vt:lpstr>1-line page title for stacked bar chart page 28pt</vt:lpstr>
      <vt:lpstr>1-line page title for stacked bar chart page 28pt</vt:lpstr>
      <vt:lpstr>1-line page title for line chart page 28pt</vt:lpstr>
      <vt:lpstr>1-line page title for 2 x donut chart page 28pt ADA</vt:lpstr>
      <vt:lpstr>1-line page title for 2 x donut chart page 28pt ADA</vt:lpstr>
      <vt:lpstr>1-line page title for 6-column #’s table 28pt</vt:lpstr>
      <vt:lpstr>Important information (disclaimer)</vt:lpstr>
    </vt:vector>
  </TitlesOfParts>
  <Manager>Brand</Manager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2026 CG PowerPoint template</dc:subject>
  <dc:creator>Steve Shugg</dc:creator>
  <cp:keywords>Template, 2026, PowerPoint</cp:keywords>
  <dc:description>2026 CG PowerPoint template
Generic version
Font: Avenir Next Lt Com</dc:description>
  <cp:lastModifiedBy>Chee Sin Foong (SMRCHSF)</cp:lastModifiedBy>
  <cp:revision>1</cp:revision>
  <dcterms:created xsi:type="dcterms:W3CDTF">2026-04-08T17:41:36Z</dcterms:created>
  <dcterms:modified xsi:type="dcterms:W3CDTF">2026-06-02T07:43:05Z</dcterms:modified>
  <cp:category>PowerPoint 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rder">
    <vt:lpwstr>2000.00000000000</vt:lpwstr>
  </property>
  <property fmtid="{D5CDD505-2E9C-101B-9397-08002B2CF9AE}" pid="3" name="ContentTypeId">
    <vt:lpwstr>0x0101001ECE840551FE1E47B8D3160DBB9D077D</vt:lpwstr>
  </property>
  <property fmtid="{D5CDD505-2E9C-101B-9397-08002B2CF9AE}" pid="4" name="MediaServiceImageTags">
    <vt:lpwstr/>
  </property>
</Properties>
</file>