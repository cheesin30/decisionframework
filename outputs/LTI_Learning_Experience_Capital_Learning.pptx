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1" r:id="rId4"/>
  </p:sldMasterIdLst>
  <p:notesMasterIdLst>
    <p:notesMasterId r:id="rId39"/>
  </p:notesMasterIdLst>
  <p:handoutMasterIdLst>
    <p:handoutMasterId r:id="rId40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1pPr>
    <a:lvl2pPr marL="0" marR="0" indent="1714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2pPr>
    <a:lvl3pPr marL="0" marR="0" indent="3429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3pPr>
    <a:lvl4pPr marL="0" marR="0" indent="5143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4pPr>
    <a:lvl5pPr marL="0" marR="0" indent="6858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5pPr>
    <a:lvl6pPr marL="0" marR="0" indent="8572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6pPr>
    <a:lvl7pPr marL="0" marR="0" indent="10287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7pPr>
    <a:lvl8pPr marL="0" marR="0" indent="12001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8pPr>
    <a:lvl9pPr marL="0" marR="0" indent="13716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Next LT Com Regular"/>
        <a:ea typeface="AvenirNext LT Com Regular"/>
        <a:cs typeface="AvenirNext LT Com Regular"/>
        <a:sym typeface="AvenirNext LT Com Regular"/>
      </a:defRPr>
    </a:lvl9pPr>
  </p:defaultTextStyle>
  <p:extLst>
    <p:ext uri="{521415D9-36F7-43E2-AB2F-B90AF26B5E84}">
      <p14:sectionLst xmlns:p14="http://schemas.microsoft.com/office/powerpoint/2010/main">
        <p14:section name="Cover" id="{C76E9A35-7E0D-4494-B628-377D25EC0836}">
          <p14:sldIdLst>
            <p14:sldId id="2147479279"/>
            <p14:sldId id="2147479249"/>
            <p14:sldId id="2147479289"/>
          </p14:sldIdLst>
        </p14:section>
        <p14:section name="Agenda" id="{56CD3096-6D64-FA48-8690-5A0658024011}">
          <p14:sldIdLst>
            <p14:sldId id="2147479266"/>
          </p14:sldIdLst>
        </p14:section>
        <p14:section name="Content" id="{E5AB56F5-2861-FD49-A809-437D1E9996F4}">
          <p14:sldIdLst>
            <p14:sldId id="2147479198"/>
            <p14:sldId id="2147479267"/>
            <p14:sldId id="2147479268"/>
            <p14:sldId id="7369"/>
            <p14:sldId id="7398"/>
            <p14:sldId id="7364"/>
            <p14:sldId id="2147479197"/>
            <p14:sldId id="7355"/>
            <p14:sldId id="7353"/>
            <p14:sldId id="2147479202"/>
            <p14:sldId id="2147479200"/>
            <p14:sldId id="7366"/>
            <p14:sldId id="7356"/>
            <p14:sldId id="2147479270"/>
            <p14:sldId id="7382"/>
            <p14:sldId id="2147479271"/>
            <p14:sldId id="2147479283"/>
            <p14:sldId id="2147479240"/>
            <p14:sldId id="2147479290"/>
            <p14:sldId id="2147479286"/>
            <p14:sldId id="2147479287"/>
            <p14:sldId id="2147479288"/>
            <p14:sldId id="2147479274"/>
            <p14:sldId id="2147479275"/>
            <p14:sldId id="2147479276"/>
            <p14:sldId id="2147479277"/>
            <p14:sldId id="2147479278"/>
            <p14:sldId id="2147479282"/>
            <p14:sldId id="7402"/>
          </p14:sldIdLst>
        </p14:section>
        <p14:section name="Disclaimer / Disclosure" id="{D4C310BE-312C-F245-9CC5-FB6EF0D3A1E0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31EFA-2F70-81A3-6236-B4BF10F275CA}" name="Cheryl Molnar (CHCM)" initials="CM" userId="S::CHCM@capgroup.com::3935c94a-6003-44f3-978e-217ee94a48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A882"/>
    <a:srgbClr val="004439"/>
    <a:srgbClr val="2A8BE9"/>
    <a:srgbClr val="832575"/>
    <a:srgbClr val="0B336D"/>
    <a:srgbClr val="162252"/>
    <a:srgbClr val="00A882"/>
    <a:srgbClr val="00443A"/>
    <a:srgbClr val="0074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AvenirNext LT Com Regular"/>
          <a:ea typeface="AvenirNext LT Com Regular"/>
          <a:cs typeface="AvenirNext LT Com Regular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>
          <a:latin typeface="AvenirNext LT Com Regular"/>
          <a:ea typeface="AvenirNext LT Com Regular"/>
          <a:cs typeface="AvenirNext LT Com Regular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Next LT Com Regular"/>
          <a:ea typeface="AvenirNext LT Com Regular"/>
          <a:cs typeface="AvenirNext LT Com Regular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Next LT Com Regular"/>
          <a:ea typeface="AvenirNext LT Com Regular"/>
          <a:cs typeface="AvenirNext LT Com Regular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1DB100"/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2394938"/>
              <a:satOff val="-28078"/>
              <a:lumOff val="-30405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-575724"/>
              <a:satOff val="56070"/>
              <a:lumOff val="-30294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D8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3"/>
    <p:restoredTop sz="94658"/>
  </p:normalViewPr>
  <p:slideViewPr>
    <p:cSldViewPr snapToGrid="0">
      <p:cViewPr varScale="1">
        <p:scale>
          <a:sx n="55" d="100"/>
          <a:sy n="55" d="100"/>
        </p:scale>
        <p:origin x="67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>
        <p:scale>
          <a:sx n="389" d="100"/>
          <a:sy n="389" d="100"/>
        </p:scale>
        <p:origin x="144" y="-1662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67833" y="8662738"/>
            <a:ext cx="4815367" cy="2771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200"/>
            </a:lvl1pPr>
          </a:lstStyle>
          <a:p>
            <a:r>
              <a:rPr lang="en-US" sz="800" dirty="0">
                <a:latin typeface="AvenirNext LT Com Regular" panose="020B0503020202020204" pitchFamily="34" charset="0"/>
                <a:cs typeface="Arial" panose="020B0604020202020204" pitchFamily="34" charset="0"/>
              </a:rPr>
              <a:t>© 2026 Capital Group.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83199" y="8660247"/>
            <a:ext cx="1106967" cy="2706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/>
            </a:lvl1pPr>
          </a:lstStyle>
          <a:p>
            <a:fld id="{36A13049-6E6B-4E42-BAE6-B016CA40E06B}" type="slidenum">
              <a:rPr lang="en-US" sz="800">
                <a:latin typeface="AvenirNext LT Com Regular" panose="020B0503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latin typeface="AvenirNext LT Com Regular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834" y="265815"/>
            <a:ext cx="5922334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67834" y="652280"/>
            <a:ext cx="592233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428508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>
            <a:spLocks noGrp="1" noRot="1" noChangeAspect="1"/>
          </p:cNvSpPr>
          <p:nvPr>
            <p:ph type="sldImg"/>
          </p:nvPr>
        </p:nvSpPr>
        <p:spPr>
          <a:xfrm>
            <a:off x="307976" y="914400"/>
            <a:ext cx="3655812" cy="20574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"/>
          </p:nvPr>
        </p:nvSpPr>
        <p:spPr>
          <a:xfrm>
            <a:off x="343757" y="8718331"/>
            <a:ext cx="5087072" cy="21254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latin typeface="AvenirNext LT Com Regular" panose="020B0503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2026 Capital Group.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>
          <a:xfrm>
            <a:off x="5431692" y="8706339"/>
            <a:ext cx="1124557" cy="22453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lang="en-US" sz="800" b="0" i="0" smtClean="0">
                <a:latin typeface="AvenirNext LT Com Regular" panose="020B0503020202020204" pitchFamily="34" charset="0"/>
                <a:cs typeface="Arial" panose="020B0604020202020204" pitchFamily="34" charset="0"/>
              </a:defRPr>
            </a:lvl1pPr>
          </a:lstStyle>
          <a:p>
            <a:fld id="{313BF4A9-858F-4D59-9EF7-6963AF44619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1" y="254346"/>
            <a:ext cx="621792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venirNext LT Com Regular" panose="020B0503020202020204" pitchFamily="34" charset="0"/>
                <a:ea typeface="AvenirNext LT Com Regular"/>
                <a:cs typeface="Arial" panose="020B0604020202020204" pitchFamily="34" charset="0"/>
                <a:sym typeface="AvenirNext LT Com Regular"/>
              </a:rPr>
              <a:t>Presentation title</a:t>
            </a:r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37428A4-3D2A-4F2E-851F-D9A6F8C61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4800" y="3428999"/>
            <a:ext cx="6248400" cy="525780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10000"/>
              </a:lnSpc>
              <a:spcAft>
                <a:spcPts val="800"/>
              </a:spcAft>
              <a:buSzPct val="110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432000" marR="0" lvl="1" indent="-216000" algn="l" defTabSz="2286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–"/>
              <a:tabLst/>
            </a:pPr>
            <a:r>
              <a:rPr lang="en-US" dirty="0"/>
              <a:t>Second level</a:t>
            </a:r>
          </a:p>
          <a:p>
            <a:pPr marL="576000" marR="0" lvl="2" indent="-144000" algn="l" defTabSz="2286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ClrTx/>
              <a:buSzTx/>
              <a:buFont typeface="AvenirNext LT Com Regular"/>
              <a:buChar char="•"/>
              <a:tabLst/>
            </a:pPr>
            <a:r>
              <a:rPr lang="en-US" dirty="0"/>
              <a:t>Third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B27B754-E3DC-4263-A381-2EF622275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546741"/>
            <a:ext cx="338328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2025"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1pPr>
            <a:lvl2pPr marL="742950" indent="-285750" defTabSz="962025"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2pPr>
            <a:lvl3pPr marL="1143000" indent="-228600" defTabSz="962025"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3pPr>
            <a:lvl4pPr marL="1600200" indent="-228600" defTabSz="962025"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4pPr>
            <a:lvl5pPr marL="2057400" indent="-228600" defTabSz="962025"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defRPr/>
            </a:pPr>
            <a:r>
              <a:rPr lang="en-US" altLang="en-US" sz="13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Slide </a:t>
            </a:r>
            <a:fld id="{B44EDDEE-EE1D-49B5-A8DD-42474B6EA45C}" type="slidenum">
              <a:rPr lang="en-US" altLang="en-US" sz="1300" b="0" i="0" smtClean="0">
                <a:solidFill>
                  <a:schemeClr val="tx1"/>
                </a:solidFill>
                <a:latin typeface="AvenirNext LT Com Regular" panose="020B0503020202020204" pitchFamily="34" charset="0"/>
              </a:rPr>
              <a:pPr algn="l" eaLnBrk="1" hangingPunct="1">
                <a:defRPr/>
              </a:pPr>
              <a:t>‹#›</a:t>
            </a:fld>
            <a:endParaRPr lang="en-US" altLang="en-US" sz="1500" b="0" i="0" dirty="0">
              <a:solidFill>
                <a:schemeClr val="tx1"/>
              </a:solidFill>
              <a:latin typeface="AvenirNext LT Com Regular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7692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5888" marR="0" indent="-115888" defTabSz="228600" eaLnBrk="1" fontAlgn="auto" latinLnBrk="0" hangingPunct="1">
      <a:lnSpc>
        <a:spcPct val="100000"/>
      </a:lnSpc>
      <a:spcBef>
        <a:spcPts val="0"/>
      </a:spcBef>
      <a:spcAft>
        <a:spcPts val="600"/>
      </a:spcAft>
      <a:buClrTx/>
      <a:buSzTx/>
      <a:buFont typeface="Arial" panose="020B0604020202020204" pitchFamily="34" charset="0"/>
      <a:buChar char="•"/>
      <a:tabLst/>
      <a:defRPr lang="en-US" sz="1100" b="0" i="0" u="none" strike="noStrike" cap="none" spc="0" baseline="0" dirty="0">
        <a:ln>
          <a:noFill/>
        </a:ln>
        <a:solidFill>
          <a:srgbClr val="000000"/>
        </a:solidFill>
        <a:uFillTx/>
        <a:latin typeface="AvenirNext LT Com Regular" panose="020B0503020202020204" pitchFamily="34" charset="0"/>
        <a:ea typeface="AvenirNext LT Com Regular" panose="020B0503020202020204" pitchFamily="34" charset="0"/>
        <a:cs typeface="Arial" panose="020B0604020202020204" pitchFamily="34" charset="0"/>
        <a:sym typeface="AvenirNext LT Com Regular"/>
      </a:defRPr>
    </a:lvl1pPr>
  </p:notesStyle>
  <p:extLst>
    <p:ext uri="{620B2872-D7B9-4A21-9093-7833F8D536E1}">
      <p15:sldGuideLst xmlns:p15="http://schemas.microsoft.com/office/powerpoint/2012/main">
        <p15:guide id="2" pos="2160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pos="4128" userDrawn="1">
          <p15:clr>
            <a:srgbClr val="F26B43"/>
          </p15:clr>
        </p15:guide>
        <p15:guide id="5" orient="horz" pos="168" userDrawn="1">
          <p15:clr>
            <a:srgbClr val="F26B43"/>
          </p15:clr>
        </p15:guide>
        <p15:guide id="6" orient="horz" pos="288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promise: this is the story of designing the full learning experience around the LTI workshop — and the system that lets the team run it for any workshop, in any market.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 — where this started: a strong workshop, and nothing around it.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LTI deck itself was strong — but it began and ended in the room. Nothing before, nothing after, no way to make it stick, no template for the next consultant.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pre/post materials existed, so the brief was the whole journey — full creative freedom, with the team's guidance shaping direction throughout.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2 — the design rests on named behavioural models, not a pile of assets. [Verbal credit here: conversations with the Chen En Singapore consultants and the international team shaped this synthesis.]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Adult-learning reality: Prisoners, Vacationers, Learners. The strategic goal of the whole pre-workshop layer is to make each adviser find their own reason to care — before they walk in. (Internal framing only — never used in adviser-facing copy.)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Fogg B=MAP shaped the pre-workshop setup; the atomic habit loop shaped the post-workshop layer. [Verbal credit: this synthesis came out of conversations with the Singapore consultants and the international team.]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four-box framework — Acknowledge, Perspective, Confidence, Opportunity — is the connective tissue. Every artifact the team will see, pre to post, is built on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 — the build. One experience in three moments: before, during, after.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 door: a reflection advisers actually want to take. Underneath, each answer is pre-weighted on five hidden behavioural axes; the output is one of four archetypes, strengths-first with one growth edge.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test, second audience: the consultant gets the objection mix, five behavioural sliders, and the confidence-vs-behaviour gap line — it flags the over-confident and the capable-but-under-confident before the room fills.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4-question form was rebuilt as a two-minute gut check. The ranking poll is the teaching moment: the room watches 'ask what's driving it' land last — then the framework flips it to first. Re-run the confidence poll at the end to show the shift.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didn't change — its shape did: from slides to moves an adviser can use in a client conversation. [Verbal credit: the reframing was shaped with the Chen En Singapore consultants and the international team.]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post-workshop layer runs on the habit loop: a calendar cue, one client-ready action, one logged win. The Advisor Journey page makes progress visible — ring, streak, wins tally, one move at a time.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calendar tool is where the iteration is visible: v8 shell → v10 assets → v13/v15 embedding → v16 touchpoint model → v17 exports that carry their own file bytes, so an import restores everything. All real versions.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judgement beat: the arc ran to 12 touchpoints; it shipped with 3 — Day 0, Week 1, Month 1 — without losing the method. And the sign-in gate came out after feedback. [Verbal credit: team and consultant feedback drove both cuts.]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4 — the delivery problem. Told honestly: the failures here are why the ending can be trusted.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Physics first: a QR holds 2–3 KB; the calendar files run to hundreds. So the QR points somewhere — and the first pointer failed on iOS with 'Validation failed'. Underneath sat a real trilemma on internal hosting.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arc: an honest engineering failure (hand-written encoder), a validated interim tool, then the real ending — an M365-native flow: scan → Form → Power Automate → .ics emailed in ~30 seconds. Governed, no external hosting, with runbook and handover path.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5 — the peak of the story: the generalisation.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peak: not the LTI calendar tool, but the machine that builds calendar tools. Content designers generate one for any workshop; branding is locked; the consultant user guide is already written. The team owns infrastructure now.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Already travelling: Asia and Europe adaptations. And every piece is built for two users — designers who generate, consultants who use. [Verbal credit: the Singapore consultants and international team shaped the market adaptations.]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Business-impact lens: the journey is built once and reused in under a minute; delivery is automated at ~30 seconds per adviser; every export is on-brand independent of who runs it.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direct ask: adopt it as-is across LTI workshops. Close on the line — 'this is ready to use tomorrow' — and open for questions.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r-BR Sapphire-Apr-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43BF85-9BCD-0993-052C-7F7B4F5F5153}"/>
              </a:ext>
            </a:extLst>
          </p:cNvPr>
          <p:cNvSpPr/>
          <p:nvPr userDrawn="1"/>
        </p:nvSpPr>
        <p:spPr>
          <a:xfrm>
            <a:off x="0" y="0"/>
            <a:ext cx="3058160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Next LT Com Regular"/>
            </a:endParaRPr>
          </a:p>
        </p:txBody>
      </p:sp>
      <p:grpSp>
        <p:nvGrpSpPr>
          <p:cNvPr id="32" name="Grid" hidden="1">
            <a:extLst>
              <a:ext uri="{FF2B5EF4-FFF2-40B4-BE49-F238E27FC236}">
                <a16:creationId xmlns:a16="http://schemas.microsoft.com/office/drawing/2014/main" id="{A7718BBF-BA44-D341-9B9B-D9B86336C4D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A162ED-80C3-E566-2F53-53378E80EC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568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9FAB2C-9175-D23B-F6B2-31D2112F80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17136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C7151B-9F47-D3BA-A841-A2F06A37C5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5695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E329D75-5C15-4A09-247C-CF1AE1ACBC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4263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9C7909-7B50-1DA1-D5A2-027CFE4612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4271665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AFAF8B-41B1-6259-FF73-87688A9EF1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128465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66AD33-1B5F-6297-11BA-DB560E1BA0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976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568732-5D77-7A8D-693B-76A9784064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35200" y="0"/>
              <a:ext cx="0" cy="685800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8CCCB5-289F-C34C-73EB-9D98071258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56800" y="0"/>
              <a:ext cx="0" cy="685800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1" name="Text Placeholder 27">
            <a:extLst>
              <a:ext uri="{FF2B5EF4-FFF2-40B4-BE49-F238E27FC236}">
                <a16:creationId xmlns:a16="http://schemas.microsoft.com/office/drawing/2014/main" id="{D7BEC823-C298-AD4F-7871-6EC43DA7E9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31539" y="1472277"/>
            <a:ext cx="3991953" cy="180090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defRPr lang="en-GB" sz="1000" b="1" i="0" cap="all" spc="200" baseline="0" dirty="0">
                <a:solidFill>
                  <a:schemeClr val="accent2"/>
                </a:solidFill>
                <a:latin typeface="AvenirNext LT Com Medium" panose="020B08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42" name="Title">
            <a:extLst>
              <a:ext uri="{FF2B5EF4-FFF2-40B4-BE49-F238E27FC236}">
                <a16:creationId xmlns:a16="http://schemas.microsoft.com/office/drawing/2014/main" id="{9B085847-9C41-FC49-1A6A-F12074728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30241" y="1831589"/>
            <a:ext cx="3992879" cy="119863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5000"/>
              </a:lnSpc>
              <a:spcAft>
                <a:spcPts val="0"/>
              </a:spcAft>
              <a:defRPr sz="3600" b="1" dirty="0">
                <a:solidFill>
                  <a:srgbClr val="FFFFFF"/>
                </a:solidFill>
                <a:latin typeface="AvenirNext LT Com Medium" panose="020B0803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A196BA8-9E37-DAE4-BB51-01320C83F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30240" y="4360867"/>
            <a:ext cx="3992880" cy="10007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76250" algn="l"/>
              </a:tabLst>
              <a:defRPr lang="en-US" sz="2400" b="1" i="0" dirty="0">
                <a:solidFill>
                  <a:schemeClr val="accent2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089AFAA-FBE9-1713-4CDE-3DFC85EA1E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303520"/>
            <a:ext cx="2085703" cy="1191895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 hangingPunct="1">
              <a:lnSpc>
                <a:spcPct val="100000"/>
              </a:lnSpc>
              <a:spcAft>
                <a:spcPts val="300"/>
              </a:spcAft>
              <a:def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hangingPunct="1"/>
            <a:r>
              <a: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pic>
        <p:nvPicPr>
          <p:cNvPr id="5" name="CG Logo TM" hidden="1">
            <a:extLst>
              <a:ext uri="{FF2B5EF4-FFF2-40B4-BE49-F238E27FC236}">
                <a16:creationId xmlns:a16="http://schemas.microsoft.com/office/drawing/2014/main" id="{7ECC2379-1EDC-8D71-6B6B-A7395594A4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1" y="5143426"/>
            <a:ext cx="940576" cy="853200"/>
          </a:xfrm>
          <a:prstGeom prst="rect">
            <a:avLst/>
          </a:prstGeom>
        </p:spPr>
      </p:pic>
      <p:grpSp>
        <p:nvGrpSpPr>
          <p:cNvPr id="7" name="Aperture">
            <a:extLst>
              <a:ext uri="{FF2B5EF4-FFF2-40B4-BE49-F238E27FC236}">
                <a16:creationId xmlns:a16="http://schemas.microsoft.com/office/drawing/2014/main" id="{5F760544-6194-69D0-0898-07E29871B1F3}"/>
              </a:ext>
            </a:extLst>
          </p:cNvPr>
          <p:cNvGrpSpPr/>
          <p:nvPr userDrawn="1"/>
        </p:nvGrpSpPr>
        <p:grpSpPr>
          <a:xfrm>
            <a:off x="2946400" y="0"/>
            <a:ext cx="9245600" cy="6858000"/>
            <a:chOff x="3952239" y="57969"/>
            <a:chExt cx="9245600" cy="6858000"/>
          </a:xfrm>
        </p:grpSpPr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9128D62-E7AB-A43C-A2FF-3E7D1908AF02}"/>
                </a:ext>
              </a:extLst>
            </p:cNvPr>
            <p:cNvSpPr/>
            <p:nvPr userDrawn="1"/>
          </p:nvSpPr>
          <p:spPr>
            <a:xfrm>
              <a:off x="3952239" y="1168894"/>
              <a:ext cx="7110169" cy="5747075"/>
            </a:xfrm>
            <a:custGeom>
              <a:avLst/>
              <a:gdLst>
                <a:gd name="csX0" fmla="*/ 0 w 10843260"/>
                <a:gd name="csY0" fmla="*/ 0 h 5890260"/>
                <a:gd name="csX1" fmla="*/ 10843260 w 10843260"/>
                <a:gd name="csY1" fmla="*/ 0 h 5890260"/>
                <a:gd name="csX2" fmla="*/ 10843260 w 10843260"/>
                <a:gd name="csY2" fmla="*/ 5890260 h 5890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843260" h="5890260">
                  <a:moveTo>
                    <a:pt x="0" y="0"/>
                  </a:moveTo>
                  <a:lnTo>
                    <a:pt x="10843260" y="0"/>
                  </a:lnTo>
                  <a:lnTo>
                    <a:pt x="10843260" y="5890260"/>
                  </a:lnTo>
                </a:path>
              </a:pathLst>
            </a:custGeom>
            <a:noFill/>
            <a:ln w="139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rtlCol="0" anchor="t" anchorCtr="0">
              <a:noAutofit/>
            </a:bodyPr>
            <a:lstStyle/>
            <a:p>
              <a:pPr algn="ctr"/>
              <a:endParaRPr lang="en-GB" b="0" i="0" dirty="0">
                <a:latin typeface="AvenirNext LT Com Regular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31CC4329-4ED9-7086-4D63-E04568A6993B}"/>
                </a:ext>
              </a:extLst>
            </p:cNvPr>
            <p:cNvSpPr/>
            <p:nvPr userDrawn="1"/>
          </p:nvSpPr>
          <p:spPr>
            <a:xfrm>
              <a:off x="6430944" y="57969"/>
              <a:ext cx="6766895" cy="5741569"/>
            </a:xfrm>
            <a:custGeom>
              <a:avLst/>
              <a:gdLst>
                <a:gd name="csX0" fmla="*/ 0 w 8280400"/>
                <a:gd name="csY0" fmla="*/ 0 h 5842000"/>
                <a:gd name="csX1" fmla="*/ 0 w 8280400"/>
                <a:gd name="csY1" fmla="*/ 5842000 h 5842000"/>
                <a:gd name="csX2" fmla="*/ 8280400 w 8280400"/>
                <a:gd name="csY2" fmla="*/ 5842000 h 584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280400" h="5842000">
                  <a:moveTo>
                    <a:pt x="0" y="0"/>
                  </a:moveTo>
                  <a:lnTo>
                    <a:pt x="0" y="5842000"/>
                  </a:lnTo>
                  <a:lnTo>
                    <a:pt x="8280400" y="5842000"/>
                  </a:lnTo>
                </a:path>
              </a:pathLst>
            </a:custGeom>
            <a:noFill/>
            <a:ln w="139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GB" b="0" i="0" dirty="0">
                <a:latin typeface="AvenirNext LT Com Regular" panose="020B0503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" name="CG Logo TM">
            <a:extLst>
              <a:ext uri="{FF2B5EF4-FFF2-40B4-BE49-F238E27FC236}">
                <a16:creationId xmlns:a16="http://schemas.microsoft.com/office/drawing/2014/main" id="{225DAC1C-26ED-AA27-030C-A7ED7E3A88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62828"/>
            <a:ext cx="1188000" cy="10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9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r-White-Apr Image-Sm 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id" hidden="1">
            <a:extLst>
              <a:ext uri="{FF2B5EF4-FFF2-40B4-BE49-F238E27FC236}">
                <a16:creationId xmlns:a16="http://schemas.microsoft.com/office/drawing/2014/main" id="{A7718BBF-BA44-D341-9B9B-D9B86336C4D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A162ED-80C3-E566-2F53-53378E80EC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568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9FAB2C-9175-D23B-F6B2-31D2112F80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17136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C7151B-9F47-D3BA-A841-A2F06A37C5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5695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E329D75-5C15-4A09-247C-CF1AE1ACBC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4263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9C7909-7B50-1DA1-D5A2-027CFE4612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4271665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AFAF8B-41B1-6259-FF73-87688A9EF1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128465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66AD33-1B5F-6297-11BA-DB560E1BA0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976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568732-5D77-7A8D-693B-76A9784064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35200" y="0"/>
              <a:ext cx="0" cy="685800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8CCCB5-289F-C34C-73EB-9D98071258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56800" y="0"/>
              <a:ext cx="0" cy="685800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1" name="Text Placeholder 27">
            <a:extLst>
              <a:ext uri="{FF2B5EF4-FFF2-40B4-BE49-F238E27FC236}">
                <a16:creationId xmlns:a16="http://schemas.microsoft.com/office/drawing/2014/main" id="{D7BEC823-C298-AD4F-7871-6EC43DA7E9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484" y="2286000"/>
            <a:ext cx="5740655" cy="184666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defRPr lang="en-GB" sz="1000" b="1" i="0" cap="all" spc="200" baseline="0" dirty="0">
                <a:solidFill>
                  <a:schemeClr val="bg2"/>
                </a:solidFill>
                <a:latin typeface="AvenirNext LT Com Medium" panose="020B08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42" name="Title">
            <a:extLst>
              <a:ext uri="{FF2B5EF4-FFF2-40B4-BE49-F238E27FC236}">
                <a16:creationId xmlns:a16="http://schemas.microsoft.com/office/drawing/2014/main" id="{9B085847-9C41-FC49-1A6A-F12074728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2619433"/>
            <a:ext cx="5741987" cy="136473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dirty="0">
                <a:solidFill>
                  <a:schemeClr val="tx1"/>
                </a:solidFill>
                <a:latin typeface="AvenirNext LT Com Medium" panose="020B0803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/>
          </a:p>
        </p:txBody>
      </p:sp>
      <p:grpSp>
        <p:nvGrpSpPr>
          <p:cNvPr id="8" name="Aperture">
            <a:extLst>
              <a:ext uri="{FF2B5EF4-FFF2-40B4-BE49-F238E27FC236}">
                <a16:creationId xmlns:a16="http://schemas.microsoft.com/office/drawing/2014/main" id="{50C01B64-0EF6-AEC0-24AE-78AF52639D6D}"/>
              </a:ext>
            </a:extLst>
          </p:cNvPr>
          <p:cNvGrpSpPr/>
          <p:nvPr userDrawn="1"/>
        </p:nvGrpSpPr>
        <p:grpSpPr>
          <a:xfrm>
            <a:off x="0" y="0"/>
            <a:ext cx="12192000" cy="6852976"/>
            <a:chOff x="-3704283" y="-1388181"/>
            <a:chExt cx="17362284" cy="975913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7B047F0-E182-019C-5EB7-FCEBBA1E6054}"/>
                </a:ext>
              </a:extLst>
            </p:cNvPr>
            <p:cNvSpPr/>
            <p:nvPr userDrawn="1"/>
          </p:nvSpPr>
          <p:spPr>
            <a:xfrm>
              <a:off x="-3704283" y="1171267"/>
              <a:ext cx="14773000" cy="7199684"/>
            </a:xfrm>
            <a:custGeom>
              <a:avLst/>
              <a:gdLst>
                <a:gd name="csX0" fmla="*/ 0 w 10843260"/>
                <a:gd name="csY0" fmla="*/ 0 h 5890260"/>
                <a:gd name="csX1" fmla="*/ 10843260 w 10843260"/>
                <a:gd name="csY1" fmla="*/ 0 h 5890260"/>
                <a:gd name="csX2" fmla="*/ 10843260 w 10843260"/>
                <a:gd name="csY2" fmla="*/ 5890260 h 5890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843260" h="5890260">
                  <a:moveTo>
                    <a:pt x="0" y="0"/>
                  </a:moveTo>
                  <a:lnTo>
                    <a:pt x="10843260" y="0"/>
                  </a:lnTo>
                  <a:lnTo>
                    <a:pt x="10843260" y="5890260"/>
                  </a:lnTo>
                </a:path>
              </a:pathLst>
            </a:custGeom>
            <a:noFill/>
            <a:ln w="139700" cap="flat">
              <a:solidFill>
                <a:schemeClr val="bg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rtlCol="0" anchor="t" anchorCtr="0">
              <a:noAutofit/>
            </a:bodyPr>
            <a:lstStyle/>
            <a:p>
              <a:pPr algn="ctr"/>
              <a:endParaRPr lang="en-GB" b="0" i="0" dirty="0">
                <a:latin typeface="AvenirNext LT Com Regular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68E1D9-7C87-52E3-6CBA-FFB3A93A28DE}"/>
                </a:ext>
              </a:extLst>
            </p:cNvPr>
            <p:cNvSpPr/>
            <p:nvPr userDrawn="1"/>
          </p:nvSpPr>
          <p:spPr>
            <a:xfrm>
              <a:off x="6404456" y="-1388181"/>
              <a:ext cx="7253545" cy="7214968"/>
            </a:xfrm>
            <a:custGeom>
              <a:avLst/>
              <a:gdLst>
                <a:gd name="csX0" fmla="*/ 0 w 8280400"/>
                <a:gd name="csY0" fmla="*/ 0 h 5842000"/>
                <a:gd name="csX1" fmla="*/ 0 w 8280400"/>
                <a:gd name="csY1" fmla="*/ 5842000 h 5842000"/>
                <a:gd name="csX2" fmla="*/ 8280400 w 8280400"/>
                <a:gd name="csY2" fmla="*/ 5842000 h 584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280400" h="5842000">
                  <a:moveTo>
                    <a:pt x="0" y="0"/>
                  </a:moveTo>
                  <a:lnTo>
                    <a:pt x="0" y="5842000"/>
                  </a:lnTo>
                  <a:lnTo>
                    <a:pt x="8280400" y="5842000"/>
                  </a:lnTo>
                </a:path>
              </a:pathLst>
            </a:custGeom>
            <a:noFill/>
            <a:ln w="139700" cap="flat">
              <a:solidFill>
                <a:schemeClr val="bg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GB" b="0" i="0" dirty="0">
                <a:latin typeface="AvenirNext LT Com Regular" panose="020B05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Subtitle">
            <a:extLst>
              <a:ext uri="{FF2B5EF4-FFF2-40B4-BE49-F238E27FC236}">
                <a16:creationId xmlns:a16="http://schemas.microsoft.com/office/drawing/2014/main" id="{CA196BA8-9E37-DAE4-BB51-01320C83F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994221"/>
            <a:ext cx="5741988" cy="57777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76250" algn="l"/>
              </a:tabLst>
              <a:defRPr lang="en-US" sz="2400" b="1" i="0" dirty="0">
                <a:solidFill>
                  <a:schemeClr val="bg2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089AFAA-FBE9-1713-4CDE-3DFC85EA1E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5953125"/>
            <a:ext cx="5486400" cy="548640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 hangingPunct="1">
              <a:lnSpc>
                <a:spcPct val="100000"/>
              </a:lnSpc>
              <a:spcAft>
                <a:spcPts val="300"/>
              </a:spcAft>
              <a:def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hangingPunct="1"/>
            <a:r>
              <a: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pic>
        <p:nvPicPr>
          <p:cNvPr id="5" name="CG Logo TM" hidden="1">
            <a:extLst>
              <a:ext uri="{FF2B5EF4-FFF2-40B4-BE49-F238E27FC236}">
                <a16:creationId xmlns:a16="http://schemas.microsoft.com/office/drawing/2014/main" id="{7ECC2379-1EDC-8D71-6B6B-A7395594A4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1" y="5143426"/>
            <a:ext cx="940576" cy="853200"/>
          </a:xfrm>
          <a:prstGeom prst="rect">
            <a:avLst/>
          </a:prstGeom>
        </p:spPr>
      </p:pic>
      <p:sp>
        <p:nvSpPr>
          <p:cNvPr id="40" name="Online Image Placeholder 39">
            <a:extLst>
              <a:ext uri="{FF2B5EF4-FFF2-40B4-BE49-F238E27FC236}">
                <a16:creationId xmlns:a16="http://schemas.microsoft.com/office/drawing/2014/main" id="{191DC35F-955A-1B52-0473-FF7D4768FD6B}"/>
              </a:ext>
            </a:extLst>
          </p:cNvPr>
          <p:cNvSpPr>
            <a:spLocks noGrp="1" noChangeAspect="1"/>
          </p:cNvSpPr>
          <p:nvPr>
            <p:ph type="clipArt" sz="quarter" idx="18"/>
          </p:nvPr>
        </p:nvSpPr>
        <p:spPr>
          <a:xfrm>
            <a:off x="7171260" y="1865374"/>
            <a:ext cx="3136392" cy="3136393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1AE01D95-7693-B1EF-965C-BAC71718AC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4719044"/>
            <a:ext cx="2085703" cy="272686"/>
          </a:xfrm>
          <a:ln w="12700">
            <a:miter lim="400000"/>
          </a:ln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lang="en-GB" sz="1100" dirty="0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pic>
        <p:nvPicPr>
          <p:cNvPr id="6" name="CG Logo TM">
            <a:extLst>
              <a:ext uri="{FF2B5EF4-FFF2-40B4-BE49-F238E27FC236}">
                <a16:creationId xmlns:a16="http://schemas.microsoft.com/office/drawing/2014/main" id="{47CE0F52-09DD-6F83-2D80-48E96EDA5F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57200"/>
            <a:ext cx="943200" cy="8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r-BR Sapphire-Apr Image-Sm A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nline Image Placeholder 39">
            <a:extLst>
              <a:ext uri="{FF2B5EF4-FFF2-40B4-BE49-F238E27FC236}">
                <a16:creationId xmlns:a16="http://schemas.microsoft.com/office/drawing/2014/main" id="{AE549A4B-F180-01A5-75A1-08EF1562B7A4}"/>
              </a:ext>
            </a:extLst>
          </p:cNvPr>
          <p:cNvSpPr>
            <a:spLocks noGrp="1" noChangeAspect="1"/>
          </p:cNvSpPr>
          <p:nvPr>
            <p:ph type="clipArt" sz="quarter" idx="18"/>
          </p:nvPr>
        </p:nvSpPr>
        <p:spPr>
          <a:xfrm>
            <a:off x="7171260" y="1865374"/>
            <a:ext cx="3136392" cy="313639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grpSp>
        <p:nvGrpSpPr>
          <p:cNvPr id="32" name="Grid" hidden="1">
            <a:extLst>
              <a:ext uri="{FF2B5EF4-FFF2-40B4-BE49-F238E27FC236}">
                <a16:creationId xmlns:a16="http://schemas.microsoft.com/office/drawing/2014/main" id="{A7718BBF-BA44-D341-9B9B-D9B86336C4D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A162ED-80C3-E566-2F53-53378E80EC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568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9FAB2C-9175-D23B-F6B2-31D2112F80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17136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C7151B-9F47-D3BA-A841-A2F06A37C5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5695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E329D75-5C15-4A09-247C-CF1AE1ACBC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4263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9C7909-7B50-1DA1-D5A2-027CFE4612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4271665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AFAF8B-41B1-6259-FF73-87688A9EF1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128465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66AD33-1B5F-6297-11BA-DB560E1BA0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97600"/>
              <a:ext cx="12192000" cy="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568732-5D77-7A8D-693B-76A9784064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35200" y="0"/>
              <a:ext cx="0" cy="685800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8CCCB5-289F-C34C-73EB-9D98071258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56800" y="0"/>
              <a:ext cx="0" cy="6858000"/>
            </a:xfrm>
            <a:prstGeom prst="line">
              <a:avLst/>
            </a:prstGeom>
            <a:noFill/>
            <a:ln w="6350" cap="flat">
              <a:solidFill>
                <a:srgbClr val="FFC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1" name="Text Placeholder 27">
            <a:extLst>
              <a:ext uri="{FF2B5EF4-FFF2-40B4-BE49-F238E27FC236}">
                <a16:creationId xmlns:a16="http://schemas.microsoft.com/office/drawing/2014/main" id="{D7BEC823-C298-AD4F-7871-6EC43DA7E9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484" y="2286000"/>
            <a:ext cx="5740655" cy="184666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defRPr lang="en-GB" sz="1000" b="1" i="0" cap="all" spc="200" baseline="0" dirty="0">
                <a:solidFill>
                  <a:schemeClr val="bg1"/>
                </a:solidFill>
                <a:latin typeface="AvenirNext LT Com Medium" panose="020B08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42" name="Title">
            <a:extLst>
              <a:ext uri="{FF2B5EF4-FFF2-40B4-BE49-F238E27FC236}">
                <a16:creationId xmlns:a16="http://schemas.microsoft.com/office/drawing/2014/main" id="{9B085847-9C41-FC49-1A6A-F12074728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2619433"/>
            <a:ext cx="5741987" cy="136473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dirty="0">
                <a:solidFill>
                  <a:schemeClr val="bg1"/>
                </a:solidFill>
                <a:latin typeface="AvenirNext LT Com Medium" panose="020B0803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/>
          </a:p>
        </p:txBody>
      </p:sp>
      <p:grpSp>
        <p:nvGrpSpPr>
          <p:cNvPr id="8" name="Aperture">
            <a:extLst>
              <a:ext uri="{FF2B5EF4-FFF2-40B4-BE49-F238E27FC236}">
                <a16:creationId xmlns:a16="http://schemas.microsoft.com/office/drawing/2014/main" id="{50C01B64-0EF6-AEC0-24AE-78AF52639D6D}"/>
              </a:ext>
            </a:extLst>
          </p:cNvPr>
          <p:cNvGrpSpPr/>
          <p:nvPr userDrawn="1"/>
        </p:nvGrpSpPr>
        <p:grpSpPr>
          <a:xfrm>
            <a:off x="0" y="0"/>
            <a:ext cx="12192000" cy="6852976"/>
            <a:chOff x="-3704283" y="-1388181"/>
            <a:chExt cx="17362284" cy="975913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7B047F0-E182-019C-5EB7-FCEBBA1E6054}"/>
                </a:ext>
              </a:extLst>
            </p:cNvPr>
            <p:cNvSpPr/>
            <p:nvPr userDrawn="1"/>
          </p:nvSpPr>
          <p:spPr>
            <a:xfrm>
              <a:off x="-3704283" y="1171267"/>
              <a:ext cx="14773000" cy="7199684"/>
            </a:xfrm>
            <a:custGeom>
              <a:avLst/>
              <a:gdLst>
                <a:gd name="csX0" fmla="*/ 0 w 10843260"/>
                <a:gd name="csY0" fmla="*/ 0 h 5890260"/>
                <a:gd name="csX1" fmla="*/ 10843260 w 10843260"/>
                <a:gd name="csY1" fmla="*/ 0 h 5890260"/>
                <a:gd name="csX2" fmla="*/ 10843260 w 10843260"/>
                <a:gd name="csY2" fmla="*/ 5890260 h 5890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843260" h="5890260">
                  <a:moveTo>
                    <a:pt x="0" y="0"/>
                  </a:moveTo>
                  <a:lnTo>
                    <a:pt x="10843260" y="0"/>
                  </a:lnTo>
                  <a:lnTo>
                    <a:pt x="10843260" y="5890260"/>
                  </a:lnTo>
                </a:path>
              </a:pathLst>
            </a:custGeom>
            <a:noFill/>
            <a:ln w="139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rtlCol="0" anchor="t" anchorCtr="0">
              <a:noAutofit/>
            </a:bodyPr>
            <a:lstStyle/>
            <a:p>
              <a:pPr algn="ctr"/>
              <a:endParaRPr lang="en-GB" b="0" i="0" dirty="0">
                <a:latin typeface="AvenirNext LT Com Regular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68E1D9-7C87-52E3-6CBA-FFB3A93A28DE}"/>
                </a:ext>
              </a:extLst>
            </p:cNvPr>
            <p:cNvSpPr/>
            <p:nvPr userDrawn="1"/>
          </p:nvSpPr>
          <p:spPr>
            <a:xfrm>
              <a:off x="6404456" y="-1388181"/>
              <a:ext cx="7253545" cy="7214968"/>
            </a:xfrm>
            <a:custGeom>
              <a:avLst/>
              <a:gdLst>
                <a:gd name="csX0" fmla="*/ 0 w 8280400"/>
                <a:gd name="csY0" fmla="*/ 0 h 5842000"/>
                <a:gd name="csX1" fmla="*/ 0 w 8280400"/>
                <a:gd name="csY1" fmla="*/ 5842000 h 5842000"/>
                <a:gd name="csX2" fmla="*/ 8280400 w 8280400"/>
                <a:gd name="csY2" fmla="*/ 5842000 h 584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280400" h="5842000">
                  <a:moveTo>
                    <a:pt x="0" y="0"/>
                  </a:moveTo>
                  <a:lnTo>
                    <a:pt x="0" y="5842000"/>
                  </a:lnTo>
                  <a:lnTo>
                    <a:pt x="8280400" y="5842000"/>
                  </a:lnTo>
                </a:path>
              </a:pathLst>
            </a:custGeom>
            <a:noFill/>
            <a:ln w="139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GB" b="0" i="0" dirty="0">
                <a:latin typeface="AvenirNext LT Com Regular" panose="020B05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Subtitle">
            <a:extLst>
              <a:ext uri="{FF2B5EF4-FFF2-40B4-BE49-F238E27FC236}">
                <a16:creationId xmlns:a16="http://schemas.microsoft.com/office/drawing/2014/main" id="{CA196BA8-9E37-DAE4-BB51-01320C83F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994221"/>
            <a:ext cx="5741988" cy="57777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76250" algn="l"/>
              </a:tabLst>
              <a:defRPr lang="en-US" sz="2400" b="1" i="0" dirty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CG Logo TM" hidden="1">
            <a:extLst>
              <a:ext uri="{FF2B5EF4-FFF2-40B4-BE49-F238E27FC236}">
                <a16:creationId xmlns:a16="http://schemas.microsoft.com/office/drawing/2014/main" id="{7ECC2379-1EDC-8D71-6B6B-A7395594A4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1" y="5143426"/>
            <a:ext cx="940576" cy="853200"/>
          </a:xfrm>
          <a:prstGeom prst="rect">
            <a:avLst/>
          </a:prstGeom>
        </p:spPr>
      </p:pic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1AE01D95-7693-B1EF-965C-BAC71718AC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4719044"/>
            <a:ext cx="2085703" cy="272686"/>
          </a:xfrm>
          <a:ln w="12700">
            <a:miter lim="400000"/>
          </a:ln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lang="en-GB" sz="1100" dirty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pic>
        <p:nvPicPr>
          <p:cNvPr id="12" name="CG Logo TM">
            <a:extLst>
              <a:ext uri="{FF2B5EF4-FFF2-40B4-BE49-F238E27FC236}">
                <a16:creationId xmlns:a16="http://schemas.microsoft.com/office/drawing/2014/main" id="{880A1714-AAE8-10EE-BCDB-EE54648248CF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52084"/>
            <a:ext cx="943200" cy="855580"/>
          </a:xfrm>
          <a:prstGeom prst="rect">
            <a:avLst/>
          </a:prstGeom>
        </p:spPr>
      </p:pic>
      <p:sp>
        <p:nvSpPr>
          <p:cNvPr id="13" name="CG Folio">
            <a:extLst>
              <a:ext uri="{FF2B5EF4-FFF2-40B4-BE49-F238E27FC236}">
                <a16:creationId xmlns:a16="http://schemas.microsoft.com/office/drawing/2014/main" id="{31630438-0BBB-70AC-ED23-8FCE34526501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46539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_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081528" cy="6858000"/>
          </a:xfrm>
          <a:solidFill>
            <a:schemeClr val="tx2"/>
          </a:solidFill>
        </p:spPr>
        <p:txBody>
          <a:bodyPr wrap="square" lIns="457200" tIns="1005840" rIns="411480" bIns="914400" anchor="t" anchorCtr="0">
            <a:noAutofit/>
          </a:bodyPr>
          <a:lstStyle>
            <a:lvl1pPr>
              <a:defRPr sz="3600" b="1" i="0">
                <a:solidFill>
                  <a:schemeClr val="bg1"/>
                </a:solidFill>
                <a:latin typeface="AvenirNext LT Com Medium" panose="020B08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683EF6F8-E67D-AC33-2F2B-3B12AC6611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30575" y="1028700"/>
            <a:ext cx="7670800" cy="369012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2400" b="1" i="0" baseline="0">
                <a:solidFill>
                  <a:schemeClr val="bg2"/>
                </a:solidFill>
                <a:latin typeface="AvenirNext LT Com Medium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A65F3D5-803B-DA98-EC19-DE4C05B326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0575" y="1485900"/>
            <a:ext cx="7670800" cy="245965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1600" b="1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ody">
            <a:extLst>
              <a:ext uri="{FF2B5EF4-FFF2-40B4-BE49-F238E27FC236}">
                <a16:creationId xmlns:a16="http://schemas.microsoft.com/office/drawing/2014/main" id="{1519ED1E-062F-8DFF-99C0-F63DD52E905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30575" y="2282711"/>
            <a:ext cx="7670800" cy="369012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2400" b="1" i="0" baseline="0">
                <a:solidFill>
                  <a:schemeClr val="bg2"/>
                </a:solidFill>
                <a:latin typeface="AvenirNext LT Com Medium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ody">
            <a:extLst>
              <a:ext uri="{FF2B5EF4-FFF2-40B4-BE49-F238E27FC236}">
                <a16:creationId xmlns:a16="http://schemas.microsoft.com/office/drawing/2014/main" id="{79BF0109-E535-576A-4A5F-15105FBF529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30575" y="2743875"/>
            <a:ext cx="7670800" cy="245965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1600" b="1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Body">
            <a:extLst>
              <a:ext uri="{FF2B5EF4-FFF2-40B4-BE49-F238E27FC236}">
                <a16:creationId xmlns:a16="http://schemas.microsoft.com/office/drawing/2014/main" id="{77B587C3-EB98-6569-8A1D-031F138CCDD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30575" y="3547901"/>
            <a:ext cx="7670800" cy="369012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2400" b="1" i="0" baseline="0">
                <a:solidFill>
                  <a:schemeClr val="bg2"/>
                </a:solidFill>
                <a:latin typeface="AvenirNext LT Com Medium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Body">
            <a:extLst>
              <a:ext uri="{FF2B5EF4-FFF2-40B4-BE49-F238E27FC236}">
                <a16:creationId xmlns:a16="http://schemas.microsoft.com/office/drawing/2014/main" id="{63AA1D3C-9D06-FF09-BB38-E02FD767EB5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0575" y="4012357"/>
            <a:ext cx="7670800" cy="245965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1600" b="1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D3EBDB64-304A-BFEC-9738-355CE84180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1" y="5600700"/>
            <a:ext cx="2155370" cy="894715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63462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Body-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2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latin typeface="AvenirNext LT Com Medium" panose="020B0503020202020204" pitchFamily="34" charset="0"/>
              </a:defRPr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457993" y="1028700"/>
            <a:ext cx="11276013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200" y="1485900"/>
            <a:ext cx="11276013" cy="4114800"/>
          </a:xfrm>
        </p:spPr>
        <p:txBody>
          <a:bodyPr wrap="square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sz="1400"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Font typeface="AvenirNext LT Com Regular"/>
              <a:buChar char="•"/>
              <a:defRPr sz="1400"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Eyebrow - Slide (BtSap)">
            <a:extLst>
              <a:ext uri="{FF2B5EF4-FFF2-40B4-BE49-F238E27FC236}">
                <a16:creationId xmlns:a16="http://schemas.microsoft.com/office/drawing/2014/main" id="{5F373C4C-70C9-2855-C551-8396DFC0F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875" y="306475"/>
            <a:ext cx="5637125" cy="146957"/>
          </a:xfrm>
        </p:spPr>
        <p:txBody>
          <a:bodyPr wrap="square" anchor="t" anchorCtr="0">
            <a:noAutofit/>
          </a:bodyPr>
          <a:lstStyle>
            <a:lvl1pPr>
              <a:spcAft>
                <a:spcPts val="0"/>
              </a:spcAft>
              <a:defRPr sz="1000" b="1" i="0" cap="all" spc="250" baseline="0">
                <a:solidFill>
                  <a:schemeClr val="bg2"/>
                </a:solidFill>
                <a:latin typeface="AvenirNext LT Com Medium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7C31B-BE7D-9000-3901-1B57DAF273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31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Subtitle-Body-Eyebrow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2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solidFill>
                  <a:schemeClr val="bg1"/>
                </a:solidFill>
                <a:latin typeface="AvenirNext LT Com Medium" panose="020B0503020202020204" pitchFamily="34" charset="0"/>
              </a:defRPr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457993" y="1028700"/>
            <a:ext cx="11276013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i="0" baseline="0" smtClean="0">
                <a:solidFill>
                  <a:schemeClr val="accent2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200" y="1485900"/>
            <a:ext cx="11276013" cy="4114800"/>
          </a:xfrm>
        </p:spPr>
        <p:txBody>
          <a:bodyPr wrap="square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sz="1400"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Font typeface="AvenirNext LT Com Regular"/>
              <a:buChar char="•"/>
              <a:defRPr sz="1400"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Eyebrow - Slide (BtSap)">
            <a:extLst>
              <a:ext uri="{FF2B5EF4-FFF2-40B4-BE49-F238E27FC236}">
                <a16:creationId xmlns:a16="http://schemas.microsoft.com/office/drawing/2014/main" id="{5F373C4C-70C9-2855-C551-8396DFC0F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875" y="306475"/>
            <a:ext cx="5637125" cy="146957"/>
          </a:xfrm>
        </p:spPr>
        <p:txBody>
          <a:bodyPr wrap="square" anchor="t" anchorCtr="0">
            <a:noAutofit/>
          </a:bodyPr>
          <a:lstStyle>
            <a:lvl1pPr>
              <a:spcAft>
                <a:spcPts val="0"/>
              </a:spcAft>
              <a:defRPr sz="1000" b="1" i="0" cap="all" spc="250" baseline="0">
                <a:solidFill>
                  <a:schemeClr val="accent2"/>
                </a:solidFill>
                <a:latin typeface="AvenirNext LT Com Medium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7C31B-BE7D-9000-3901-1B57DAF273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3" name="CG Folio">
            <a:extLst>
              <a:ext uri="{FF2B5EF4-FFF2-40B4-BE49-F238E27FC236}">
                <a16:creationId xmlns:a16="http://schemas.microsoft.com/office/drawing/2014/main" id="{248DA917-132C-ACDA-4762-F50163CD1091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99892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2Col-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dirty="0"/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200" y="2514600"/>
            <a:ext cx="5529263" cy="3086100"/>
          </a:xfrm>
        </p:spPr>
        <p:txBody>
          <a:bodyPr wrap="square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1400"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D88880D-BEBF-39F3-DD70-E88549CF2D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3950" y="2514600"/>
            <a:ext cx="5529263" cy="3086100"/>
          </a:xfrm>
        </p:spPr>
        <p:txBody>
          <a:bodyPr wrap="square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1400"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A728AE9-DD94-D956-8DA4-BD298E7F71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1028700"/>
            <a:ext cx="11276014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7" name="Slide Number (Black)">
            <a:extLst>
              <a:ext uri="{FF2B5EF4-FFF2-40B4-BE49-F238E27FC236}">
                <a16:creationId xmlns:a16="http://schemas.microsoft.com/office/drawing/2014/main" id="{CB74FA71-C096-099B-7E9B-165576791E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807575" y="6309360"/>
            <a:ext cx="1925638" cy="182880"/>
          </a:xfrm>
        </p:spPr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A29E61C7-36F2-C267-A73E-C066C63B17A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457200" y="6006856"/>
            <a:ext cx="11276013" cy="266759"/>
          </a:xfrm>
        </p:spPr>
        <p:txBody>
          <a:bodyPr/>
          <a:lstStyle>
            <a:lvl1pPr>
              <a:defRPr b="0" i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003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Text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575" y="457200"/>
            <a:ext cx="8392432" cy="571500"/>
          </a:xfrm>
        </p:spPr>
        <p:txBody>
          <a:bodyPr wrap="square" anchor="t" anchorCtr="0">
            <a:noAutofit/>
          </a:bodyPr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3086100" cy="6858000"/>
          </a:xfrm>
          <a:solidFill>
            <a:schemeClr val="bg2"/>
          </a:solidFill>
        </p:spPr>
        <p:txBody>
          <a:bodyPr lIns="457200" tIns="1490472" rIns="228600" bIns="180000">
            <a:noAutofit/>
          </a:bodyPr>
          <a:lstStyle>
            <a:lvl1pPr marL="9525" indent="0">
              <a:spcBef>
                <a:spcPts val="0"/>
              </a:spcBef>
              <a:spcAft>
                <a:spcPts val="800"/>
              </a:spcAft>
              <a:buClrTx/>
              <a:buFont typeface="AvenirNext LT Com Medium" panose="020B0803020202020204" pitchFamily="34" charset="0"/>
              <a:buNone/>
              <a:tabLst/>
              <a:defRPr sz="1600"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9525" indent="0"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  <a:tabLst/>
              <a:defRPr sz="1600"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2pPr>
            <a:lvl3pPr marL="9525" indent="0"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  <a:tabLst/>
              <a:defRPr sz="1600"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7816FD5B-C290-236F-C788-C3E7B071DD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0575" y="1489143"/>
            <a:ext cx="8402638" cy="4781482"/>
          </a:xfrm>
        </p:spPr>
        <p:txBody>
          <a:bodyPr wrap="square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7D5AA828-0DEF-FE28-6DA5-8B25BED2E0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0575" y="1028700"/>
            <a:ext cx="8402638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3" name="CG Folio">
            <a:extLst>
              <a:ext uri="{FF2B5EF4-FFF2-40B4-BE49-F238E27FC236}">
                <a16:creationId xmlns:a16="http://schemas.microsoft.com/office/drawing/2014/main" id="{588F438B-30CA-D794-1ED4-0D9B533360CD}"/>
              </a:ext>
            </a:extLst>
          </p:cNvPr>
          <p:cNvSpPr txBox="1">
            <a:spLocks/>
          </p:cNvSpPr>
          <p:nvPr userDrawn="1"/>
        </p:nvSpPr>
        <p:spPr>
          <a:xfrm>
            <a:off x="3332241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15" name="Footnotes (fullpage)">
            <a:extLst>
              <a:ext uri="{FF2B5EF4-FFF2-40B4-BE49-F238E27FC236}">
                <a16:creationId xmlns:a16="http://schemas.microsoft.com/office/drawing/2014/main" id="{F507A498-4D24-8241-0D73-7316A7695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0575" y="6006856"/>
            <a:ext cx="8402638" cy="26675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spcAft>
                <a:spcPts val="300"/>
              </a:spcAft>
              <a:defRPr lang="en-US" sz="800" b="0" i="0" spc="0" baseline="0" dirty="0">
                <a:solidFill>
                  <a:schemeClr val="tx1"/>
                </a:solidFill>
                <a:latin typeface="AvenirNext LT Com Regular" panose="020B0503020202020204" pitchFamily="34" charset="0"/>
                <a:ea typeface="AvenirNext LT Com Regular" panose="020B0503020202020204" pitchFamily="34" charset="0"/>
                <a:cs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28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Data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6DF10B-4C4F-4661-0347-55EDB00912E0}"/>
              </a:ext>
            </a:extLst>
          </p:cNvPr>
          <p:cNvSpPr/>
          <p:nvPr userDrawn="1"/>
        </p:nvSpPr>
        <p:spPr>
          <a:xfrm>
            <a:off x="0" y="0"/>
            <a:ext cx="3086100" cy="6858000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457200"/>
            <a:ext cx="8402639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latin typeface="AvenirNext LT Com Medium" panose="020B0503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28416" y="6054291"/>
            <a:ext cx="8410575" cy="216335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7816FD5B-C290-236F-C788-C3E7B071DD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0574" y="1485901"/>
            <a:ext cx="8400479" cy="4566556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lang="en-US" dirty="0"/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lang="en-US" dirty="0"/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lang="en-US" dirty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1FEA8F0-266A-CAA5-8B35-1C948A4348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422401"/>
            <a:ext cx="2362200" cy="409574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None/>
              <a:tabLst/>
              <a:defRPr sz="2800" b="1" i="0" baseline="0">
                <a:solidFill>
                  <a:schemeClr val="bg2"/>
                </a:solidFill>
                <a:latin typeface="AvenirNext LT Com Medium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55CF502-2CEE-009C-3758-949CFC0EB1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843404"/>
            <a:ext cx="2359152" cy="44259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venirNext LT Com Medium" panose="020B0803020202020204" pitchFamily="34" charset="0"/>
              <a:buNone/>
              <a:tabLst/>
              <a:defRPr sz="1400" b="1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A87065EA-AC38-F95F-5874-10ED67198D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8416" y="1028699"/>
            <a:ext cx="8402638" cy="2286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9" name="CG Folio">
            <a:extLst>
              <a:ext uri="{FF2B5EF4-FFF2-40B4-BE49-F238E27FC236}">
                <a16:creationId xmlns:a16="http://schemas.microsoft.com/office/drawing/2014/main" id="{EE42EA14-A34E-3E58-FF04-85E35691DCBB}"/>
              </a:ext>
            </a:extLst>
          </p:cNvPr>
          <p:cNvSpPr txBox="1">
            <a:spLocks/>
          </p:cNvSpPr>
          <p:nvPr userDrawn="1"/>
        </p:nvSpPr>
        <p:spPr>
          <a:xfrm>
            <a:off x="3321423" y="6309360"/>
            <a:ext cx="2665039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03295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Line-LGrayBoxText-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08" y="457200"/>
            <a:ext cx="11268606" cy="571500"/>
          </a:xfrm>
        </p:spPr>
        <p:txBody>
          <a:bodyPr wrap="square" anchor="t" anchorCtr="0">
            <a:noAutofit/>
          </a:bodyPr>
          <a:lstStyle>
            <a:lvl1pPr>
              <a:defRPr b="1" i="0">
                <a:solidFill>
                  <a:schemeClr val="tx2"/>
                </a:solidFill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64607" y="1805940"/>
            <a:ext cx="3566160" cy="3566160"/>
          </a:xfrm>
          <a:solidFill>
            <a:schemeClr val="accent3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AD52B6C-42BA-675C-BCD5-E1DC2A727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4608" y="1028699"/>
            <a:ext cx="11268606" cy="2286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67142AE-9F5D-43A1-87C6-7AAF80CC1E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5952241"/>
            <a:ext cx="11276013" cy="31838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16" name="Body">
            <a:extLst>
              <a:ext uri="{FF2B5EF4-FFF2-40B4-BE49-F238E27FC236}">
                <a16:creationId xmlns:a16="http://schemas.microsoft.com/office/drawing/2014/main" id="{1286E209-2E70-0671-25D1-7595CCE4BA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9003" y="1805940"/>
            <a:ext cx="3566160" cy="3566160"/>
          </a:xfrm>
          <a:solidFill>
            <a:schemeClr val="accent3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Body">
            <a:extLst>
              <a:ext uri="{FF2B5EF4-FFF2-40B4-BE49-F238E27FC236}">
                <a16:creationId xmlns:a16="http://schemas.microsoft.com/office/drawing/2014/main" id="{DB62405B-C312-2B61-7644-F2FCD7AF88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53400" y="1805940"/>
            <a:ext cx="3566160" cy="3566160"/>
          </a:xfrm>
          <a:solidFill>
            <a:schemeClr val="accent3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648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Line-BRSapphBox-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>
            <a:extLst>
              <a:ext uri="{FF2B5EF4-FFF2-40B4-BE49-F238E27FC236}">
                <a16:creationId xmlns:a16="http://schemas.microsoft.com/office/drawing/2014/main" id="{A2910F7D-E709-868B-C70D-C893E79D6292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8167053" y="1805940"/>
            <a:ext cx="3566160" cy="3566160"/>
          </a:xfrm>
          <a:solidFill>
            <a:schemeClr val="bg2"/>
          </a:solidFill>
        </p:spPr>
        <p:txBody>
          <a:bodyPr lIns="180000" tIns="180000" rIns="180000" bIns="180000" anchor="ctr" anchorCtr="0">
            <a:noAutofit/>
          </a:bodyPr>
          <a:lstStyle>
            <a:lvl1pPr marL="0" indent="0" algn="ctr">
              <a:spcBef>
                <a:spcPts val="0"/>
              </a:spcBef>
              <a:buClrTx/>
              <a:buFont typeface="AvenirNext LT Com Medium" panose="020B0803020202020204" pitchFamily="34" charset="0"/>
              <a:buNone/>
              <a:tabLst/>
              <a:defRPr sz="2400" b="1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5C3F1A41-9BF8-58D2-81E4-2938A6C50076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4314733" y="1805940"/>
            <a:ext cx="3566160" cy="3566160"/>
          </a:xfrm>
          <a:solidFill>
            <a:schemeClr val="bg2"/>
          </a:solidFill>
        </p:spPr>
        <p:txBody>
          <a:bodyPr lIns="180000" tIns="180000" rIns="180000" bIns="180000" anchor="ctr" anchorCtr="0">
            <a:noAutofit/>
          </a:bodyPr>
          <a:lstStyle>
            <a:lvl1pPr marL="0" indent="0" algn="ctr">
              <a:spcBef>
                <a:spcPts val="0"/>
              </a:spcBef>
              <a:buClrTx/>
              <a:buFont typeface="AvenirNext LT Com Medium" panose="020B0803020202020204" pitchFamily="34" charset="0"/>
              <a:buNone/>
              <a:tabLst/>
              <a:defRPr sz="2400" b="1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34738" cy="571500"/>
          </a:xfrm>
        </p:spPr>
        <p:txBody>
          <a:bodyPr wrap="square" anchor="t" anchorCtr="0">
            <a:noAutofit/>
          </a:bodyPr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57200" y="5952241"/>
            <a:ext cx="11276013" cy="31838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9FA75EB-B0CA-C85D-94FB-CB491F3B9B69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462413" y="1805940"/>
            <a:ext cx="3566160" cy="3566160"/>
          </a:xfrm>
          <a:solidFill>
            <a:schemeClr val="bg2"/>
          </a:solidFill>
        </p:spPr>
        <p:txBody>
          <a:bodyPr lIns="180000" tIns="180000" rIns="180000" bIns="180000" anchor="ctr" anchorCtr="0">
            <a:noAutofit/>
          </a:bodyPr>
          <a:lstStyle>
            <a:lvl1pPr marL="0" indent="0" algn="ctr">
              <a:spcBef>
                <a:spcPts val="0"/>
              </a:spcBef>
              <a:buClrTx/>
              <a:buFont typeface="AvenirNext LT Com Medium" panose="020B0803020202020204" pitchFamily="34" charset="0"/>
              <a:buNone/>
              <a:tabLst/>
              <a:defRPr sz="2400" b="1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3BA8D97-BABE-E8AB-71E9-46048F5B5E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700"/>
            <a:ext cx="11276013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9175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L-Title-1Line-Text-1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7" name="Photo Fill BrSap (Lhorz1/2)">
            <a:extLst>
              <a:ext uri="{FF2B5EF4-FFF2-40B4-BE49-F238E27FC236}">
                <a16:creationId xmlns:a16="http://schemas.microsoft.com/office/drawing/2014/main" id="{CF735E78-445B-921D-014C-093B0A2CE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5943600" cy="68580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6" name="Photo Placeholder (Lhorz1/2)"/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-1" y="0"/>
            <a:ext cx="5943600" cy="6858000"/>
          </a:xfrm>
          <a:solidFill>
            <a:schemeClr val="bg2"/>
          </a:solidFill>
        </p:spPr>
        <p:txBody>
          <a:bodyPr anchor="t" anchorCtr="1">
            <a:no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9188" y="457200"/>
            <a:ext cx="5534025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venirNext LT Com Medium" panose="020B0503020202020204" pitchFamily="34" charset="0"/>
                <a:ea typeface="+mn-ea"/>
                <a:cs typeface="+mn-cs"/>
                <a:sym typeface="AvenirNext LT Com Regular"/>
              </a:defRPr>
            </a:lvl1pPr>
          </a:lstStyle>
          <a:p>
            <a:pPr lvl="0" fontAlgn="auto"/>
            <a:r>
              <a:rPr lang="en-US" dirty="0"/>
              <a:t>Title text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B636806-2552-D297-5C24-EC0BF7DF64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9188" y="1485900"/>
            <a:ext cx="5548312" cy="41148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lang="en-US" dirty="0"/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lang="en-US"/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lang="en-US" dirty="0"/>
            </a:lvl3pPr>
          </a:lstStyle>
          <a:p>
            <a:pPr marL="216000" lvl="0" indent="-216000">
              <a:buSzPct val="110000"/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marL="216000" lvl="1" indent="-216000">
              <a:buSzPct val="110000"/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216000" lvl="2" indent="-216000">
              <a:buSzPct val="110000"/>
              <a:buFont typeface="Wingdings" pitchFamily="2" charset="2"/>
              <a:buChar char="§"/>
            </a:pPr>
            <a:r>
              <a:rPr lang="en-US"/>
              <a:t>Third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DA510F6-8DD3-09F8-BAAC-C0662318F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9187" y="1028700"/>
            <a:ext cx="5534025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i="0" dirty="0">
                <a:solidFill>
                  <a:schemeClr val="bg2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ABD9F10-B08C-E8E6-67D7-688E57F0E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99188" y="6015789"/>
            <a:ext cx="5534025" cy="254837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11" name="CG Folio">
            <a:extLst>
              <a:ext uri="{FF2B5EF4-FFF2-40B4-BE49-F238E27FC236}">
                <a16:creationId xmlns:a16="http://schemas.microsoft.com/office/drawing/2014/main" id="{C170203D-EC42-F46D-DEAE-E820B73FB77B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12989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R-Title-2Line-Text-1Col-BR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(2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199"/>
            <a:ext cx="5529263" cy="936885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solidFill>
                  <a:schemeClr val="bg1"/>
                </a:solidFill>
                <a:latin typeface="AvenirNext LT Com Medium" panose="020B0503020202020204" pitchFamily="34" charset="0"/>
              </a:defRPr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1407536"/>
            <a:ext cx="5529263" cy="269488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accent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198" y="2023672"/>
            <a:ext cx="5529263" cy="3577028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lang="en-US">
                <a:solidFill>
                  <a:schemeClr val="bg1"/>
                </a:solidFill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lang="en-US" dirty="0">
                <a:solidFill>
                  <a:schemeClr val="bg1"/>
                </a:solidFill>
              </a:defRPr>
            </a:lvl2pPr>
            <a:lvl3pPr marL="576000" indent="-144000">
              <a:spcBef>
                <a:spcPts val="0"/>
              </a:spcBef>
              <a:buFont typeface="AvenirNext LT Com Regular"/>
              <a:buChar char="•"/>
              <a:defRPr lang="en-US" dirty="0">
                <a:solidFill>
                  <a:schemeClr val="bg1"/>
                </a:solidFill>
              </a:defRPr>
            </a:lvl3pPr>
          </a:lstStyle>
          <a:p>
            <a:pPr marL="216000" lvl="0" indent="-216000">
              <a:buSzPct val="110000"/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marL="216000" lvl="1" indent="-216000">
              <a:buSzPct val="110000"/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216000" lvl="2" indent="-216000">
              <a:buSzPct val="110000"/>
              <a:buFont typeface="Wingdings" pitchFamily="2" charset="2"/>
              <a:buChar char="§"/>
            </a:pPr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7C31B-BE7D-9000-3901-1B57DAF273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57198" y="6006856"/>
            <a:ext cx="5529263" cy="2667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3" name="CG Folio">
            <a:extLst>
              <a:ext uri="{FF2B5EF4-FFF2-40B4-BE49-F238E27FC236}">
                <a16:creationId xmlns:a16="http://schemas.microsoft.com/office/drawing/2014/main" id="{248DA917-132C-ACDA-4762-F50163CD1091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7" name="Photo Fill BrSap (Lhorz1/2)">
            <a:extLst>
              <a:ext uri="{FF2B5EF4-FFF2-40B4-BE49-F238E27FC236}">
                <a16:creationId xmlns:a16="http://schemas.microsoft.com/office/drawing/2014/main" id="{54733099-9783-FDB4-1945-036BC0C3C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8" name="Photo Placeholder (Lhorz1/2)">
            <a:extLst>
              <a:ext uri="{FF2B5EF4-FFF2-40B4-BE49-F238E27FC236}">
                <a16:creationId xmlns:a16="http://schemas.microsoft.com/office/drawing/2014/main" id="{CEBA125A-62DD-B552-C790-CBC1E7492C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248400" y="0"/>
            <a:ext cx="5943600" cy="6858000"/>
          </a:xfrm>
          <a:solidFill>
            <a:schemeClr val="bg1"/>
          </a:solidFill>
        </p:spPr>
        <p:txBody>
          <a:bodyPr anchor="t" anchorCtr="1"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67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-Subtitle-Body-Eyebrow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(2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200"/>
            <a:ext cx="5529263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solidFill>
                  <a:schemeClr val="bg1"/>
                </a:solidFill>
                <a:latin typeface="AvenirNext LT Com Medium" panose="020B0503020202020204" pitchFamily="34" charset="0"/>
              </a:defRPr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1028700"/>
            <a:ext cx="5529263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accent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198" y="1485900"/>
            <a:ext cx="5529263" cy="41148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lang="en-US">
                <a:solidFill>
                  <a:schemeClr val="bg1"/>
                </a:solidFill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lang="en-US" dirty="0">
                <a:solidFill>
                  <a:schemeClr val="bg1"/>
                </a:solidFill>
              </a:defRPr>
            </a:lvl2pPr>
            <a:lvl3pPr marL="576000" indent="-144000">
              <a:spcBef>
                <a:spcPts val="0"/>
              </a:spcBef>
              <a:buFont typeface="AvenirNext LT Com Regular"/>
              <a:buChar char="•"/>
              <a:defRPr lang="en-US" dirty="0">
                <a:solidFill>
                  <a:schemeClr val="bg1"/>
                </a:solidFill>
              </a:defRPr>
            </a:lvl3pPr>
          </a:lstStyle>
          <a:p>
            <a:pPr marL="216000" lvl="0" indent="-216000">
              <a:buSzPct val="110000"/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marL="216000" lvl="1" indent="-216000">
              <a:buSzPct val="110000"/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216000" lvl="2" indent="-216000">
              <a:buSzPct val="110000"/>
              <a:buFont typeface="Wingdings" pitchFamily="2" charset="2"/>
              <a:buChar char="§"/>
            </a:pPr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7C31B-BE7D-9000-3901-1B57DAF273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57198" y="6006856"/>
            <a:ext cx="5529263" cy="2667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3" name="CG Folio">
            <a:extLst>
              <a:ext uri="{FF2B5EF4-FFF2-40B4-BE49-F238E27FC236}">
                <a16:creationId xmlns:a16="http://schemas.microsoft.com/office/drawing/2014/main" id="{248DA917-132C-ACDA-4762-F50163CD1091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7" name="Photo Fill BrSap (Lhorz1/2)">
            <a:extLst>
              <a:ext uri="{FF2B5EF4-FFF2-40B4-BE49-F238E27FC236}">
                <a16:creationId xmlns:a16="http://schemas.microsoft.com/office/drawing/2014/main" id="{54733099-9783-FDB4-1945-036BC0C3C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8" name="Photo Placeholder (Lhorz1/2)">
            <a:extLst>
              <a:ext uri="{FF2B5EF4-FFF2-40B4-BE49-F238E27FC236}">
                <a16:creationId xmlns:a16="http://schemas.microsoft.com/office/drawing/2014/main" id="{CEBA125A-62DD-B552-C790-CBC1E7492C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248400" y="0"/>
            <a:ext cx="5943600" cy="6858000"/>
          </a:xfrm>
          <a:solidFill>
            <a:schemeClr val="bg1"/>
          </a:solidFill>
        </p:spPr>
        <p:txBody>
          <a:bodyPr anchor="t" anchorCtr="1"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20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Subtitle-4list-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(2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57200"/>
            <a:ext cx="11276015" cy="571500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solidFill>
                  <a:schemeClr val="bg1"/>
                </a:solidFill>
                <a:latin typeface="AvenirNext LT Com Medium" panose="020B0503020202020204" pitchFamily="34" charset="0"/>
              </a:defRPr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1028700"/>
            <a:ext cx="11276015" cy="228600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accent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7C31B-BE7D-9000-3901-1B57DAF273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57198" y="6006856"/>
            <a:ext cx="11276015" cy="2667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3" name="CG Folio">
            <a:extLst>
              <a:ext uri="{FF2B5EF4-FFF2-40B4-BE49-F238E27FC236}">
                <a16:creationId xmlns:a16="http://schemas.microsoft.com/office/drawing/2014/main" id="{248DA917-132C-ACDA-4762-F50163CD1091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12" name="Body">
            <a:extLst>
              <a:ext uri="{FF2B5EF4-FFF2-40B4-BE49-F238E27FC236}">
                <a16:creationId xmlns:a16="http://schemas.microsoft.com/office/drawing/2014/main" id="{A6D73786-580D-5BC4-F208-22E7FF199A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4607" y="1562100"/>
            <a:ext cx="2613660" cy="4114800"/>
          </a:xfrm>
          <a:solidFill>
            <a:schemeClr val="accent2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4CF303A-7CA7-DD52-7E61-0FB664A4EE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688" y="1562100"/>
            <a:ext cx="2613660" cy="4114800"/>
          </a:xfrm>
          <a:solidFill>
            <a:schemeClr val="accent2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F141B29-A6F2-A186-72C3-8AC3B2D07B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2769" y="1562100"/>
            <a:ext cx="2613660" cy="4114800"/>
          </a:xfrm>
          <a:solidFill>
            <a:schemeClr val="accent2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423A405-89B9-6FD5-1727-54209EE891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86850" y="1562100"/>
            <a:ext cx="2613660" cy="4114800"/>
          </a:xfrm>
          <a:solidFill>
            <a:schemeClr val="accent2"/>
          </a:solidFill>
        </p:spPr>
        <p:txBody>
          <a:bodyPr wrap="square"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321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Line-LGreyBoxText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8086"/>
            <a:ext cx="11234738" cy="560614"/>
          </a:xfrm>
        </p:spPr>
        <p:txBody>
          <a:bodyPr anchor="t" anchorCtr="0">
            <a:noAutofit/>
          </a:bodyPr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200" y="1562100"/>
            <a:ext cx="5522458" cy="2057400"/>
          </a:xfrm>
          <a:solidFill>
            <a:schemeClr val="accent3"/>
          </a:solidFill>
        </p:spPr>
        <p:txBody>
          <a:bodyPr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B47ADF9C-CA8E-6640-06B1-D363D1B60A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699"/>
            <a:ext cx="11234738" cy="2286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2EA4C543-5FF0-641A-11FC-7B99F52C6D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57200" y="6006856"/>
            <a:ext cx="11276013" cy="266759"/>
          </a:xfrm>
        </p:spPr>
        <p:txBody>
          <a:bodyPr/>
          <a:lstStyle>
            <a:lvl1pPr>
              <a:defRPr b="0" i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50AFFCF-D0E1-90F8-ABDF-6D5DC20A4F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755" y="1562100"/>
            <a:ext cx="5522458" cy="2057400"/>
          </a:xfrm>
          <a:solidFill>
            <a:schemeClr val="accent3"/>
          </a:solidFill>
        </p:spPr>
        <p:txBody>
          <a:bodyPr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B6EB626D-2525-B9C3-6C1E-CDBD03ED11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3877056"/>
            <a:ext cx="5522458" cy="2057400"/>
          </a:xfrm>
          <a:solidFill>
            <a:schemeClr val="accent3"/>
          </a:solidFill>
        </p:spPr>
        <p:txBody>
          <a:bodyPr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8F49C068-1A10-0B02-D5F0-1DF2337FB9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10755" y="3877056"/>
            <a:ext cx="5522458" cy="2057400"/>
          </a:xfrm>
          <a:solidFill>
            <a:schemeClr val="accent3"/>
          </a:solidFill>
        </p:spPr>
        <p:txBody>
          <a:bodyPr lIns="180000" tIns="180000" rIns="180000" bIns="1800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16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b="0" i="0" baseline="0">
                <a:latin typeface="AvenirNext LT Com Regular" panose="020B0503020202020204" pitchFamily="34" charset="0"/>
              </a:defRPr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b="0" i="0"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717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T-Title-1Line-Text-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7" name="Photo Fill BrSap (Lhorz1/2)">
            <a:extLst>
              <a:ext uri="{FF2B5EF4-FFF2-40B4-BE49-F238E27FC236}">
                <a16:creationId xmlns:a16="http://schemas.microsoft.com/office/drawing/2014/main" id="{CF735E78-445B-921D-014C-093B0A2CE612}"/>
              </a:ext>
            </a:extLst>
          </p:cNvPr>
          <p:cNvSpPr>
            <a:spLocks/>
          </p:cNvSpPr>
          <p:nvPr userDrawn="1"/>
        </p:nvSpPr>
        <p:spPr>
          <a:xfrm>
            <a:off x="-2" y="0"/>
            <a:ext cx="12192001" cy="22860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6" name="Photo Placeholder (Lhorz1/2)"/>
          <p:cNvSpPr>
            <a:spLocks noGrp="1"/>
          </p:cNvSpPr>
          <p:nvPr>
            <p:ph type="pic" sz="quarter" idx="16"/>
          </p:nvPr>
        </p:nvSpPr>
        <p:spPr>
          <a:xfrm>
            <a:off x="-2" y="0"/>
            <a:ext cx="12192002" cy="2286000"/>
          </a:xfrm>
          <a:solidFill>
            <a:schemeClr val="bg2"/>
          </a:solidFill>
        </p:spPr>
        <p:txBody>
          <a:bodyPr anchor="t" anchorCtr="1">
            <a:no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514600"/>
            <a:ext cx="11276012" cy="488482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en-US" dirty="0"/>
              <a:t>Title text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B636806-2552-D297-5C24-EC0BF7DF64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1" y="3543300"/>
            <a:ext cx="11276012" cy="2057400"/>
          </a:xfrm>
          <a:ln w="12700">
            <a:miter lim="400000"/>
          </a:ln>
        </p:spPr>
        <p:txBody>
          <a:bodyPr wrap="square" lIns="0" tIns="0" rIns="0" bIns="0" numCol="3" spcCol="2286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lang="en-US" b="1" dirty="0"/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Char char="–"/>
              <a:defRPr lang="en-US" b="1"/>
            </a:lvl2pPr>
            <a:lvl3pPr marL="576000" indent="-144000">
              <a:spcBef>
                <a:spcPts val="0"/>
              </a:spcBef>
              <a:buClrTx/>
              <a:buFont typeface="AvenirNext LT Com Regular"/>
              <a:buChar char="•"/>
              <a:defRPr lang="en-US" b="1" dirty="0"/>
            </a:lvl3pPr>
          </a:lstStyle>
          <a:p>
            <a:pPr marL="216000" lvl="0" indent="-216000">
              <a:buSzPct val="110000"/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marL="216000" lvl="1" indent="-216000">
              <a:buSzPct val="110000"/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216000" lvl="2" indent="-216000">
              <a:buSzPct val="110000"/>
              <a:buFont typeface="Wingdings" pitchFamily="2" charset="2"/>
              <a:buChar char="§"/>
            </a:pPr>
            <a:r>
              <a:rPr lang="en-US"/>
              <a:t>Third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DA510F6-8DD3-09F8-BAAC-C0662318F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3012948"/>
            <a:ext cx="11276013" cy="301752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ABD9F10-B08C-E8E6-67D7-688E57F0E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5986915"/>
            <a:ext cx="11276013" cy="28371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749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T-Title-1Line-Text-3Col_BR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(2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2514601"/>
            <a:ext cx="11276015" cy="478856"/>
          </a:xfrm>
        </p:spPr>
        <p:txBody>
          <a:bodyPr wrap="square" lIns="0" tIns="0" rIns="0" bIns="0" anchor="t" anchorCtr="0">
            <a:noAutofit/>
          </a:bodyPr>
          <a:lstStyle>
            <a:lvl1pPr>
              <a:defRPr lang="en-US" b="1" i="0" dirty="0">
                <a:solidFill>
                  <a:schemeClr val="bg1"/>
                </a:solidFill>
                <a:latin typeface="AvenirNext LT Com Medium" panose="020B0503020202020204" pitchFamily="34" charset="0"/>
              </a:defRPr>
            </a:lvl1pPr>
          </a:lstStyle>
          <a:p>
            <a:pPr lvl="0" fontAlgn="auto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3018743"/>
            <a:ext cx="11276015" cy="301752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accent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198" y="3543301"/>
            <a:ext cx="11276015" cy="2057400"/>
          </a:xfrm>
          <a:ln w="12700">
            <a:miter lim="400000"/>
          </a:ln>
        </p:spPr>
        <p:txBody>
          <a:bodyPr wrap="square" lIns="0" tIns="0" rIns="0" bIns="0" numCol="3" spcCol="228600" anchor="t" anchorCtr="0">
            <a:noAutofit/>
          </a:bodyPr>
          <a:lstStyle>
            <a:lvl1pPr marL="216000" indent="-216000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lang="en-US" b="1">
                <a:solidFill>
                  <a:schemeClr val="bg1"/>
                </a:solidFill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lang="en-US" b="1" dirty="0">
                <a:solidFill>
                  <a:schemeClr val="bg1"/>
                </a:solidFill>
              </a:defRPr>
            </a:lvl2pPr>
            <a:lvl3pPr marL="576000" indent="-144000">
              <a:spcBef>
                <a:spcPts val="0"/>
              </a:spcBef>
              <a:buFont typeface="AvenirNext LT Com Regular"/>
              <a:buChar char="•"/>
              <a:defRPr lang="en-US" b="1" dirty="0">
                <a:solidFill>
                  <a:schemeClr val="bg1"/>
                </a:solidFill>
              </a:defRPr>
            </a:lvl3pPr>
          </a:lstStyle>
          <a:p>
            <a:pPr marL="216000" lvl="0" indent="-216000">
              <a:buSzPct val="110000"/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marL="216000" lvl="1" indent="-216000">
              <a:buSzPct val="110000"/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216000" lvl="2" indent="-216000">
              <a:buSzPct val="110000"/>
              <a:buFont typeface="Wingdings" pitchFamily="2" charset="2"/>
              <a:buChar char="§"/>
            </a:pPr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7C31B-BE7D-9000-3901-1B57DAF273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57197" y="5948413"/>
            <a:ext cx="11276015" cy="325202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3" name="CG Folio">
            <a:extLst>
              <a:ext uri="{FF2B5EF4-FFF2-40B4-BE49-F238E27FC236}">
                <a16:creationId xmlns:a16="http://schemas.microsoft.com/office/drawing/2014/main" id="{248DA917-132C-ACDA-4762-F50163CD1091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7" name="Photo Fill BrSap (Lhorz1/2)">
            <a:extLst>
              <a:ext uri="{FF2B5EF4-FFF2-40B4-BE49-F238E27FC236}">
                <a16:creationId xmlns:a16="http://schemas.microsoft.com/office/drawing/2014/main" id="{54733099-9783-FDB4-1945-036BC0C3C2E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8" name="Photo Placeholder (Lhorz1/2)">
            <a:extLst>
              <a:ext uri="{FF2B5EF4-FFF2-40B4-BE49-F238E27FC236}">
                <a16:creationId xmlns:a16="http://schemas.microsoft.com/office/drawing/2014/main" id="{CEBA125A-62DD-B552-C790-CBC1E7492C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2286000"/>
          </a:xfrm>
          <a:solidFill>
            <a:schemeClr val="bg1"/>
          </a:solidFill>
        </p:spPr>
        <p:txBody>
          <a:bodyPr anchor="t" anchorCtr="1"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75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-Photo-BR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hoto Fill BrSap (Rhorz1/2)">
            <a:extLst>
              <a:ext uri="{FF2B5EF4-FFF2-40B4-BE49-F238E27FC236}">
                <a16:creationId xmlns:a16="http://schemas.microsoft.com/office/drawing/2014/main" id="{08DA32AF-5AFA-B6BF-163B-3562C70ECDD6}"/>
              </a:ext>
            </a:extLst>
          </p:cNvPr>
          <p:cNvSpPr>
            <a:spLocks/>
          </p:cNvSpPr>
          <p:nvPr userDrawn="1"/>
        </p:nvSpPr>
        <p:spPr>
          <a:xfrm>
            <a:off x="8201025" y="0"/>
            <a:ext cx="3990976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6" name="Photo Placeholder (Rhorz1/2)"/>
          <p:cNvSpPr>
            <a:spLocks noGrp="1"/>
          </p:cNvSpPr>
          <p:nvPr>
            <p:ph type="pic" sz="quarter" idx="16"/>
          </p:nvPr>
        </p:nvSpPr>
        <p:spPr>
          <a:xfrm>
            <a:off x="8201025" y="0"/>
            <a:ext cx="3990974" cy="6858000"/>
          </a:xfrm>
        </p:spPr>
        <p:txBody>
          <a:bodyPr anchor="t" anchorCtr="1">
            <a:noAutofit/>
          </a:bodyPr>
          <a:lstStyle>
            <a:lvl1pPr marL="0" indent="0">
              <a:buNone/>
              <a:defRPr b="0" i="0"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B636806-2552-D297-5C24-EC0BF7DF64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84274" y="1028700"/>
            <a:ext cx="6370956" cy="2286000"/>
          </a:xfrm>
        </p:spPr>
        <p:txBody>
          <a:bodyPr anchor="b" anchorCtr="0"/>
          <a:lstStyle>
            <a:lvl1pPr marL="9525" indent="-9525">
              <a:spcBef>
                <a:spcPts val="0"/>
              </a:spcBef>
              <a:spcAft>
                <a:spcPts val="0"/>
              </a:spcAft>
              <a:buClrTx/>
              <a:buFont typeface="AvenirNext LT Com Medium" panose="020B0803020202020204" pitchFamily="34" charset="0"/>
              <a:buNone/>
              <a:tabLst/>
              <a:defRPr sz="3600" b="0" i="0" baseline="0">
                <a:solidFill>
                  <a:schemeClr val="bg1"/>
                </a:solidFill>
                <a:latin typeface="AvenirNext LT Com Medium" panose="020B08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None/>
              <a:defRPr sz="1400" baseline="0">
                <a:latin typeface="AvenirNext LT Com" panose="02000503000000020004" pitchFamily="2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None/>
              <a:defRPr sz="1400" baseline="0">
                <a:latin typeface="AvenirNext LT Com" panose="02000503000000020004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D74D854-282E-329A-D120-00C72856E5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1" y="5975862"/>
            <a:ext cx="6472238" cy="29476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b="0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D53989E-1B29-7ADC-C0C9-537FB182EC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84273" y="3600450"/>
            <a:ext cx="6370956" cy="14859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ClrTx/>
              <a:buFont typeface="AvenirNext LT Com Medium" panose="020B0803020202020204" pitchFamily="34" charset="0"/>
              <a:buNone/>
              <a:tabLst/>
              <a:defRPr sz="1600" b="1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None/>
              <a:defRPr sz="1400" baseline="0">
                <a:latin typeface="AvenirNext LT Com" panose="02000503000000020004" pitchFamily="2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None/>
              <a:defRPr sz="1400" baseline="0">
                <a:latin typeface="AvenirNext LT Com" panose="02000503000000020004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 useBgFill="1">
        <p:nvSpPr>
          <p:cNvPr id="7" name="CG Folio">
            <a:extLst>
              <a:ext uri="{FF2B5EF4-FFF2-40B4-BE49-F238E27FC236}">
                <a16:creationId xmlns:a16="http://schemas.microsoft.com/office/drawing/2014/main" id="{AB3974E5-AE03-4757-9D30-B36EF41C2D86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4" name="Slide Number (White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94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ullets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5630F126-6F64-9744-1757-386576EF04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9245" y="1485900"/>
            <a:ext cx="6171965" cy="184666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defRPr lang="en-GB" sz="1000" b="1" i="0" cap="all" spc="200" dirty="0">
                <a:solidFill>
                  <a:schemeClr val="bg2"/>
                </a:solidFill>
                <a:latin typeface="AvenirNext LT Com Medium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BFF53-8079-8961-F4A8-4635620B6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9246" y="1682255"/>
            <a:ext cx="9150104" cy="163244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lnSpc>
                <a:spcPct val="95000"/>
              </a:lnSpc>
              <a:spcAft>
                <a:spcPts val="0"/>
              </a:spcAft>
              <a:defRPr kumimoji="0" sz="4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venirNext LT Com Medium" panose="020B0503020202020204" pitchFamily="34" charset="0"/>
                <a:ea typeface="+mn-ea"/>
                <a:cs typeface="+mn-cs"/>
                <a:sym typeface="AvenirNext LT Com Regular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0F2654C-38A5-9FD9-F703-93EBE3DD56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89245" y="5931876"/>
            <a:ext cx="10843967" cy="341739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11" name="Slide Number (Black)">
            <a:extLst>
              <a:ext uri="{FF2B5EF4-FFF2-40B4-BE49-F238E27FC236}">
                <a16:creationId xmlns:a16="http://schemas.microsoft.com/office/drawing/2014/main" id="{8E6702B6-CC3A-691B-39AE-DE73187C5F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807575" y="6309360"/>
            <a:ext cx="1925638" cy="182880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B58A466-6D40-39E1-3DF6-E831B0055C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9245" y="3336747"/>
            <a:ext cx="9150104" cy="2013306"/>
          </a:xfrm>
        </p:spPr>
        <p:txBody>
          <a:bodyPr/>
          <a:lstStyle>
            <a:lvl1pPr marL="295275" indent="-280988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2400" b="1" i="0" baseline="0">
                <a:solidFill>
                  <a:schemeClr val="tx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sz="2000" baseline="0">
                <a:solidFill>
                  <a:schemeClr val="bg1"/>
                </a:solidFill>
                <a:latin typeface="AvenirNext LT Com" panose="02000503000000020004" pitchFamily="2" charset="0"/>
              </a:defRPr>
            </a:lvl2pPr>
            <a:lvl3pPr marL="576000" indent="-144000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bg1"/>
                </a:solidFill>
                <a:latin typeface="AvenirNext LT Com" panose="02000503000000020004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8DBC9-5B81-85CB-E183-04301D31D66E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cs typeface="Arial" panose="020B0604020202020204" pitchFamily="34" charset="0"/>
              <a:sym typeface="AvenirNext LT Com Regular"/>
            </a:endParaRPr>
          </a:p>
        </p:txBody>
      </p:sp>
      <p:sp>
        <p:nvSpPr>
          <p:cNvPr id="8" name="CG Folio">
            <a:extLst>
              <a:ext uri="{FF2B5EF4-FFF2-40B4-BE49-F238E27FC236}">
                <a16:creationId xmlns:a16="http://schemas.microsoft.com/office/drawing/2014/main" id="{A92D7A3F-F7FD-2A89-6EA6-ADF6D7B5FC40}"/>
              </a:ext>
            </a:extLst>
          </p:cNvPr>
          <p:cNvSpPr txBox="1">
            <a:spLocks/>
          </p:cNvSpPr>
          <p:nvPr userDrawn="1"/>
        </p:nvSpPr>
        <p:spPr>
          <a:xfrm>
            <a:off x="879475" y="6309360"/>
            <a:ext cx="5719797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11427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steps-BrSa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0">
            <a:extLst>
              <a:ext uri="{FF2B5EF4-FFF2-40B4-BE49-F238E27FC236}">
                <a16:creationId xmlns:a16="http://schemas.microsoft.com/office/drawing/2014/main" id="{1283CCE7-0016-6B01-D7E1-D847B23090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5630F126-6F64-9744-1757-386576EF04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485900"/>
            <a:ext cx="5966371" cy="184666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defRPr lang="en-GB" sz="1000" b="1" i="0" cap="all" spc="200" dirty="0">
                <a:solidFill>
                  <a:schemeClr val="accent2"/>
                </a:solidFill>
                <a:latin typeface="AvenirNext LT Com Medium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BFF53-8079-8961-F4A8-4635620B6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1682255"/>
            <a:ext cx="9582150" cy="163244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lnSpc>
                <a:spcPct val="95000"/>
              </a:lnSpc>
              <a:spcAft>
                <a:spcPts val="0"/>
              </a:spcAft>
              <a:defRPr kumimoji="0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Next LT Com Medium" panose="020B0503020202020204" pitchFamily="34" charset="0"/>
                <a:ea typeface="+mn-ea"/>
                <a:cs typeface="+mn-cs"/>
                <a:sym typeface="AvenirNext LT Com Regular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0F2654C-38A5-9FD9-F703-93EBE3DD56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57200" y="6006856"/>
            <a:ext cx="11276013" cy="2667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7" name="CG Folio">
            <a:extLst>
              <a:ext uri="{FF2B5EF4-FFF2-40B4-BE49-F238E27FC236}">
                <a16:creationId xmlns:a16="http://schemas.microsoft.com/office/drawing/2014/main" id="{F61054C4-E543-9AE6-07E5-0119054B3312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11" name="Slide Number (Black)">
            <a:extLst>
              <a:ext uri="{FF2B5EF4-FFF2-40B4-BE49-F238E27FC236}">
                <a16:creationId xmlns:a16="http://schemas.microsoft.com/office/drawing/2014/main" id="{8E6702B6-CC3A-691B-39AE-DE73187C5F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807575" y="6309360"/>
            <a:ext cx="1925638" cy="18288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B58A466-6D40-39E1-3DF6-E831B0055C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336747"/>
            <a:ext cx="9582150" cy="2013306"/>
          </a:xfrm>
        </p:spPr>
        <p:txBody>
          <a:bodyPr/>
          <a:lstStyle>
            <a:lvl1pPr marL="295275" indent="-280988">
              <a:spcBef>
                <a:spcPts val="0"/>
              </a:spcBef>
              <a:buClrTx/>
              <a:buSzPct val="110000"/>
              <a:buFont typeface="Wingdings" pitchFamily="2" charset="2"/>
              <a:buChar char="§"/>
              <a:tabLst/>
              <a:defRPr sz="2400" b="1" i="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sz="2000" baseline="0">
                <a:solidFill>
                  <a:schemeClr val="bg1"/>
                </a:solidFill>
                <a:latin typeface="AvenirNext LT Com" panose="02000503000000020004" pitchFamily="2" charset="0"/>
              </a:defRPr>
            </a:lvl2pPr>
            <a:lvl3pPr marL="576000" indent="-144000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bg1"/>
                </a:solidFill>
                <a:latin typeface="AvenirNext LT Com" panose="02000503000000020004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0895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DkSap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5630F126-6F64-9744-1757-386576EF04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485900"/>
            <a:ext cx="5966371" cy="184666"/>
          </a:xfr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>
              <a:defRPr lang="en-GB" sz="1000" b="1" i="0" cap="all" spc="200" dirty="0">
                <a:solidFill>
                  <a:schemeClr val="accent2"/>
                </a:solidFill>
                <a:latin typeface="AvenirNext LT Com Medium" panose="020B0503020202020204" pitchFamily="34" charset="0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BFF53-8079-8961-F4A8-4635620B6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1682255"/>
            <a:ext cx="9582150" cy="163244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lnSpc>
                <a:spcPct val="95000"/>
              </a:lnSpc>
              <a:spcAft>
                <a:spcPts val="0"/>
              </a:spcAft>
              <a:defRPr kumimoji="0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Next LT Com Medium" panose="020B0503020202020204" pitchFamily="34" charset="0"/>
                <a:ea typeface="+mn-ea"/>
                <a:cs typeface="+mn-cs"/>
                <a:sym typeface="AvenirNext LT Com Regular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0F2654C-38A5-9FD9-F703-93EBE3DD56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57200" y="6006856"/>
            <a:ext cx="11276013" cy="2667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7" name="CG Folio">
            <a:extLst>
              <a:ext uri="{FF2B5EF4-FFF2-40B4-BE49-F238E27FC236}">
                <a16:creationId xmlns:a16="http://schemas.microsoft.com/office/drawing/2014/main" id="{F61054C4-E543-9AE6-07E5-0119054B3312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bg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11" name="Slide Number (Black)">
            <a:extLst>
              <a:ext uri="{FF2B5EF4-FFF2-40B4-BE49-F238E27FC236}">
                <a16:creationId xmlns:a16="http://schemas.microsoft.com/office/drawing/2014/main" id="{8E6702B6-CC3A-691B-39AE-DE73187C5F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807575" y="6309360"/>
            <a:ext cx="1925638" cy="18288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B58A466-6D40-39E1-3DF6-E831B0055C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336747"/>
            <a:ext cx="9582150" cy="2013306"/>
          </a:xfrm>
        </p:spPr>
        <p:txBody>
          <a:bodyPr/>
          <a:lstStyle>
            <a:lvl1pPr marL="17463" indent="-3175">
              <a:spcBef>
                <a:spcPts val="0"/>
              </a:spcBef>
              <a:buClrTx/>
              <a:buSzPct val="110000"/>
              <a:buFont typeface="Wingdings" pitchFamily="2" charset="2"/>
              <a:buNone/>
              <a:tabLst/>
              <a:defRPr sz="2400" b="1" i="0" baseline="0">
                <a:solidFill>
                  <a:schemeClr val="accent2"/>
                </a:solidFill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Font typeface="Arial" panose="020B0604020202020204" pitchFamily="34" charset="0"/>
              <a:buChar char="–"/>
              <a:defRPr sz="2000" baseline="0">
                <a:solidFill>
                  <a:schemeClr val="bg1"/>
                </a:solidFill>
                <a:latin typeface="AvenirNext LT Com" panose="02000503000000020004" pitchFamily="2" charset="0"/>
              </a:defRPr>
            </a:lvl2pPr>
            <a:lvl3pPr marL="576000" indent="-144000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bg1"/>
                </a:solidFill>
                <a:latin typeface="AvenirNext LT Com" panose="02000503000000020004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2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Line-Column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7D88A743-C82D-C12E-ABBA-E71D50630461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57200" y="2285999"/>
            <a:ext cx="11276013" cy="3646967"/>
          </a:xfrm>
        </p:spPr>
        <p:txBody>
          <a:bodyPr/>
          <a:lstStyle/>
          <a:p>
            <a:r>
              <a:rPr lang="en-US"/>
              <a:t>Click icon to add Column chart</a:t>
            </a:r>
            <a:endParaRPr lang="en-GB"/>
          </a:p>
        </p:txBody>
      </p:sp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/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57200" y="6060558"/>
            <a:ext cx="11276013" cy="2100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7" name="Chart Title Placeholder">
            <a:extLst>
              <a:ext uri="{FF2B5EF4-FFF2-40B4-BE49-F238E27FC236}">
                <a16:creationId xmlns:a16="http://schemas.microsoft.com/office/drawing/2014/main" id="{FB35523F-45ED-C101-0048-066A9DABF9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993" y="1683327"/>
            <a:ext cx="11276013" cy="602673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 marL="0" indent="0">
              <a:spcAft>
                <a:spcPts val="0"/>
              </a:spcAft>
              <a:defRPr sz="1600"/>
            </a:lvl2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Click to edits Chart subtitle</a:t>
            </a:r>
            <a:endParaRPr lang="en-GB" dirty="0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4EB6F7B-4D78-5388-9218-C026C51DA9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699"/>
            <a:ext cx="11276013" cy="4572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172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Line-Bar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7D88A743-C82D-C12E-ABBA-E71D50630461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57200" y="2285999"/>
            <a:ext cx="11276013" cy="3646967"/>
          </a:xfrm>
        </p:spPr>
        <p:txBody>
          <a:bodyPr/>
          <a:lstStyle/>
          <a:p>
            <a:r>
              <a:rPr lang="en-US"/>
              <a:t>Click icon to add Bar chart</a:t>
            </a:r>
            <a:endParaRPr lang="en-GB"/>
          </a:p>
        </p:txBody>
      </p:sp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/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57200" y="6060558"/>
            <a:ext cx="11276013" cy="2100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7" name="Chart Title Placeholder">
            <a:extLst>
              <a:ext uri="{FF2B5EF4-FFF2-40B4-BE49-F238E27FC236}">
                <a16:creationId xmlns:a16="http://schemas.microsoft.com/office/drawing/2014/main" id="{FB35523F-45ED-C101-0048-066A9DABF9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993" y="1683327"/>
            <a:ext cx="11276013" cy="602673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 marL="0" indent="0"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Chart title</a:t>
            </a:r>
          </a:p>
          <a:p>
            <a:pPr lvl="1"/>
            <a:r>
              <a:rPr lang="en-US"/>
              <a:t>Click to edits Chart subtitle</a:t>
            </a:r>
            <a:endParaRPr lang="en-GB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4EB6F7B-4D78-5388-9218-C026C51DA9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699"/>
            <a:ext cx="11276013" cy="4572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3517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1Line-Line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7D88A743-C82D-C12E-ABBA-E71D50630461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57200" y="2285999"/>
            <a:ext cx="11276013" cy="3646967"/>
          </a:xfrm>
        </p:spPr>
        <p:txBody>
          <a:bodyPr/>
          <a:lstStyle/>
          <a:p>
            <a:r>
              <a:rPr lang="en-US"/>
              <a:t>Click icon to add Line chart</a:t>
            </a:r>
            <a:endParaRPr lang="en-GB"/>
          </a:p>
        </p:txBody>
      </p:sp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/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57200" y="6060558"/>
            <a:ext cx="11276013" cy="2100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7" name="Chart Title Placeholder">
            <a:extLst>
              <a:ext uri="{FF2B5EF4-FFF2-40B4-BE49-F238E27FC236}">
                <a16:creationId xmlns:a16="http://schemas.microsoft.com/office/drawing/2014/main" id="{FB35523F-45ED-C101-0048-066A9DABF9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993" y="1683327"/>
            <a:ext cx="11276013" cy="602673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 marL="0" indent="0"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Chart title</a:t>
            </a:r>
          </a:p>
          <a:p>
            <a:pPr lvl="1"/>
            <a:r>
              <a:rPr lang="en-US"/>
              <a:t>Click to edits Chart subtitle</a:t>
            </a:r>
            <a:endParaRPr lang="en-GB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4EB6F7B-4D78-5388-9218-C026C51DA9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699"/>
            <a:ext cx="11276013" cy="4572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3460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-line) 2xPie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/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hart Title Placeholder">
            <a:extLst>
              <a:ext uri="{FF2B5EF4-FFF2-40B4-BE49-F238E27FC236}">
                <a16:creationId xmlns:a16="http://schemas.microsoft.com/office/drawing/2014/main" id="{FB35523F-45ED-C101-0048-066A9DABF9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789" y="1638942"/>
            <a:ext cx="5499674" cy="516808"/>
          </a:xfrm>
        </p:spPr>
        <p:txBody>
          <a:bodyPr/>
          <a:lstStyle>
            <a:lvl1pPr>
              <a:spcAft>
                <a:spcPts val="0"/>
              </a:spcAft>
              <a:defRPr b="1" i="0">
                <a:latin typeface="AvenirNext LT Com Regular" panose="020B0503020202020204" pitchFamily="34" charset="0"/>
              </a:defRPr>
            </a:lvl1pPr>
            <a:lvl2pPr marL="0" indent="0">
              <a:spcAft>
                <a:spcPts val="0"/>
              </a:spcAft>
              <a:defRPr sz="1600" b="0" i="0">
                <a:latin typeface="AvenirNext LT Com Regular" panose="020B0503020202020204" pitchFamily="34" charset="0"/>
              </a:defRPr>
            </a:lvl2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Click to edits chart subtitle</a:t>
            </a:r>
            <a:endParaRPr lang="en-GB" dirty="0"/>
          </a:p>
        </p:txBody>
      </p:sp>
      <p:sp>
        <p:nvSpPr>
          <p:cNvPr id="2" name="Chart Title Placeholder">
            <a:extLst>
              <a:ext uri="{FF2B5EF4-FFF2-40B4-BE49-F238E27FC236}">
                <a16:creationId xmlns:a16="http://schemas.microsoft.com/office/drawing/2014/main" id="{B5972398-F9A6-C9C2-8DB0-58AF96A93D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188" y="1638942"/>
            <a:ext cx="5534025" cy="516808"/>
          </a:xfrm>
        </p:spPr>
        <p:txBody>
          <a:bodyPr/>
          <a:lstStyle>
            <a:lvl1pPr>
              <a:spcAft>
                <a:spcPts val="0"/>
              </a:spcAft>
              <a:defRPr b="1" i="0">
                <a:latin typeface="AvenirNext LT Com Regular" panose="020B0503020202020204" pitchFamily="34" charset="0"/>
              </a:defRPr>
            </a:lvl1pPr>
            <a:lvl2pPr marL="0" indent="0">
              <a:spcAft>
                <a:spcPts val="0"/>
              </a:spcAft>
              <a:defRPr sz="1600" b="0" i="0">
                <a:latin typeface="AvenirNext LT Com Regular" panose="020B0503020202020204" pitchFamily="34" charset="0"/>
              </a:defRPr>
            </a:lvl2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Click to edits chart subtitle</a:t>
            </a:r>
            <a:endParaRPr lang="en-GB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127E5C3-BC80-8695-1678-4449BE797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699"/>
            <a:ext cx="11276013" cy="4572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dirty="0">
                <a:solidFill>
                  <a:schemeClr val="bg2"/>
                </a:solidFill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/>
              <a:t>Subtitle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F4FA23E-236B-C83F-C78B-019F52C49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060558"/>
            <a:ext cx="11276013" cy="2100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id="{B32248A1-AB81-C858-962A-B6998083D30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57200" y="2286000"/>
            <a:ext cx="5529263" cy="3646966"/>
          </a:xfrm>
        </p:spPr>
        <p:txBody>
          <a:bodyPr/>
          <a:lstStyle/>
          <a:p>
            <a:r>
              <a:rPr lang="en-US" dirty="0"/>
              <a:t>Click icon to add Pie chart</a:t>
            </a:r>
            <a:endParaRPr lang="en-GB" dirty="0"/>
          </a:p>
        </p:txBody>
      </p:sp>
      <p:sp>
        <p:nvSpPr>
          <p:cNvPr id="12" name="Chart Placeholder 7">
            <a:extLst>
              <a:ext uri="{FF2B5EF4-FFF2-40B4-BE49-F238E27FC236}">
                <a16:creationId xmlns:a16="http://schemas.microsoft.com/office/drawing/2014/main" id="{8E0B8776-8AB4-2AC7-52A2-30FE0EE24BB2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6199188" y="2286000"/>
            <a:ext cx="5529263" cy="3646966"/>
          </a:xfrm>
        </p:spPr>
        <p:txBody>
          <a:bodyPr/>
          <a:lstStyle/>
          <a:p>
            <a:r>
              <a:rPr lang="en-US"/>
              <a:t>Click icon to add Pie chart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30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-line)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54304"/>
          </a:xfrm>
        </p:spPr>
        <p:txBody>
          <a:bodyPr/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hart Title Placeholder">
            <a:extLst>
              <a:ext uri="{FF2B5EF4-FFF2-40B4-BE49-F238E27FC236}">
                <a16:creationId xmlns:a16="http://schemas.microsoft.com/office/drawing/2014/main" id="{FB35523F-45ED-C101-0048-066A9DABF9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531938"/>
            <a:ext cx="11276013" cy="516808"/>
          </a:xfrm>
        </p:spPr>
        <p:txBody>
          <a:bodyPr/>
          <a:lstStyle>
            <a:lvl1pPr>
              <a:spcAft>
                <a:spcPts val="0"/>
              </a:spcAft>
              <a:defRPr b="1" i="0">
                <a:latin typeface="AvenirNext LT Com Regular" panose="020B0503020202020204" pitchFamily="34" charset="0"/>
              </a:defRPr>
            </a:lvl1pPr>
            <a:lvl2pPr marL="0" indent="0">
              <a:spcAft>
                <a:spcPts val="0"/>
              </a:spcAft>
              <a:defRPr sz="1600" b="0" i="0">
                <a:latin typeface="AvenirNext LT Com Regular" panose="020B0503020202020204" pitchFamily="34" charset="0"/>
              </a:defRPr>
            </a:lvl2pPr>
          </a:lstStyle>
          <a:p>
            <a:pPr lvl="0"/>
            <a:r>
              <a:rPr lang="en-US" dirty="0"/>
              <a:t>Click to edit Table title</a:t>
            </a:r>
          </a:p>
          <a:p>
            <a:pPr lvl="1"/>
            <a:r>
              <a:rPr lang="en-US" dirty="0"/>
              <a:t>Click to edits Table subtitle</a:t>
            </a:r>
            <a:endParaRPr lang="en-GB" dirty="0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5B35EA2-B222-9ECE-2285-8BCA839BE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028699"/>
            <a:ext cx="11276013" cy="457201"/>
          </a:xfrm>
          <a:ln w="12700">
            <a:miter lim="400000"/>
          </a:ln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lang="en-US" sz="1800" b="1" i="0" dirty="0">
                <a:solidFill>
                  <a:schemeClr val="bg2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  <a:buFontTx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3C6E3B1-783E-79EA-E4F5-3C13BB9BC0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060558"/>
            <a:ext cx="11276013" cy="2100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84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/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(Black)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 baseline="0">
                <a:latin typeface="AvenirNext LT Com Regular" panose="020B0503020202020204" pitchFamily="34" charset="0"/>
              </a:defRPr>
            </a:lvl1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fld id="{86CB4B4D-7CA3-9044-876B-883B54F8677D}" type="slidenum">
              <a:rPr lang="en-GB" smtClean="0"/>
              <a:pPr>
                <a:lnSpc>
                  <a:spcPct val="110000"/>
                </a:lnSpc>
                <a:spcBef>
                  <a:spcPts val="1200"/>
                </a:spcBef>
              </a:pPr>
              <a:t>‹#›</a:t>
            </a:fld>
            <a:endParaRPr lang="en-GB" dirty="0"/>
          </a:p>
        </p:txBody>
      </p:sp>
      <p:sp>
        <p:nvSpPr>
          <p:cNvPr id="5" name="Title (1-line)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6013" cy="571500"/>
          </a:xfrm>
        </p:spPr>
        <p:txBody>
          <a:bodyPr/>
          <a:lstStyle>
            <a:lvl1pPr>
              <a:defRPr b="1" i="0">
                <a:latin typeface="AvenirNext LT Com Medium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457200" y="1485900"/>
            <a:ext cx="11276013" cy="41148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ClrTx/>
              <a:buFont typeface="AvenirNext LT Com Medium" panose="020B0803020202020204" pitchFamily="34" charset="0"/>
              <a:buNone/>
              <a:tabLst/>
              <a:defRPr sz="1100" b="0" i="0" baseline="0">
                <a:latin typeface="AvenirNext LT Com Regular" panose="020B0503020202020204" pitchFamily="34" charset="0"/>
              </a:defRPr>
            </a:lvl1pPr>
            <a:lvl2pPr marL="432000" indent="-216000">
              <a:spcBef>
                <a:spcPts val="0"/>
              </a:spcBef>
              <a:buClrTx/>
              <a:buFont typeface="Arial" panose="020B0604020202020204" pitchFamily="34" charset="0"/>
              <a:buNone/>
              <a:defRPr sz="1400" baseline="0">
                <a:latin typeface="AvenirNext LT Com" panose="02000503000000020004" pitchFamily="2" charset="0"/>
              </a:defRPr>
            </a:lvl2pPr>
            <a:lvl3pPr marL="576000" indent="-144000">
              <a:spcBef>
                <a:spcPts val="0"/>
              </a:spcBef>
              <a:buClrTx/>
              <a:buFont typeface="Arial" panose="020B0604020202020204" pitchFamily="34" charset="0"/>
              <a:buNone/>
              <a:defRPr baseline="0">
                <a:latin typeface="AvenirNext LT Com" panose="02000503000000020004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370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(Black)"/>
          <p:cNvSpPr txBox="1">
            <a:spLocks noGrp="1"/>
          </p:cNvSpPr>
          <p:nvPr>
            <p:ph type="sldNum" sz="quarter" idx="4"/>
          </p:nvPr>
        </p:nvSpPr>
        <p:spPr>
          <a:xfrm>
            <a:off x="9807575" y="6309360"/>
            <a:ext cx="1925638" cy="18288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lang="en-US" sz="800" b="0" i="0" spc="0" baseline="0" smtClean="0">
                <a:solidFill>
                  <a:schemeClr val="tx1"/>
                </a:solidFill>
                <a:latin typeface="AvenirNext LT Com Regular" panose="020B0503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G Folio">
            <a:extLst>
              <a:ext uri="{FF2B5EF4-FFF2-40B4-BE49-F238E27FC236}">
                <a16:creationId xmlns:a16="http://schemas.microsoft.com/office/drawing/2014/main" id="{20ECC23F-FE32-07A2-4E5E-5386603D09D5}"/>
              </a:ext>
            </a:extLst>
          </p:cNvPr>
          <p:cNvSpPr txBox="1">
            <a:spLocks/>
          </p:cNvSpPr>
          <p:nvPr userDrawn="1"/>
        </p:nvSpPr>
        <p:spPr>
          <a:xfrm>
            <a:off x="457198" y="6309360"/>
            <a:ext cx="5529265" cy="18288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  <a:sym typeface="AvenirNext LT Com Regular"/>
              </a:defRPr>
            </a:lvl1pPr>
            <a:lvl2pPr marL="0" marR="0" indent="1714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2pPr>
            <a:lvl3pPr marL="0" marR="0" indent="3429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3pPr>
            <a:lvl4pPr marL="0" marR="0" indent="5143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4pPr>
            <a:lvl5pPr marL="0" marR="0" indent="6858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5pPr>
            <a:lvl6pPr marL="0" marR="0" indent="8572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6pPr>
            <a:lvl7pPr marL="0" marR="0" indent="10287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7pPr>
            <a:lvl8pPr marL="0" marR="0" indent="120015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8pPr>
            <a:lvl9pPr marL="0" marR="0" indent="1371600" algn="ctr" defTabSz="228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venirNext LT Com Regular"/>
                <a:ea typeface="AvenirNext LT Com Regular"/>
                <a:cs typeface="AvenirNext LT Com Regular"/>
                <a:sym typeface="AvenirNext LT Com Regular"/>
              </a:defRPr>
            </a:lvl9pPr>
          </a:lstStyle>
          <a:p>
            <a:pPr hangingPunct="1"/>
            <a:r>
              <a:rPr lang="en-GB" sz="800" b="0" i="0" dirty="0">
                <a:solidFill>
                  <a:schemeClr val="tx1"/>
                </a:solidFill>
                <a:latin typeface="AvenirNext LT Com Regular" panose="020B0503020202020204" pitchFamily="34" charset="0"/>
              </a:rPr>
              <a:t>For internal use only.</a:t>
            </a:r>
          </a:p>
        </p:txBody>
      </p:sp>
      <p:sp>
        <p:nvSpPr>
          <p:cNvPr id="7" name="Footnotes (fullpage)"/>
          <p:cNvSpPr>
            <a:spLocks noGrp="1"/>
          </p:cNvSpPr>
          <p:nvPr>
            <p:ph type="ftr" sz="quarter" idx="3"/>
          </p:nvPr>
        </p:nvSpPr>
        <p:spPr>
          <a:xfrm>
            <a:off x="457200" y="6006856"/>
            <a:ext cx="11276013" cy="26675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spcAft>
                <a:spcPts val="300"/>
              </a:spcAft>
              <a:defRPr lang="en-US" sz="800" b="0" i="0" spc="0" baseline="0" dirty="0">
                <a:solidFill>
                  <a:schemeClr val="tx1"/>
                </a:solidFill>
                <a:latin typeface="AvenirNext LT Com Regular" panose="020B0503020202020204" pitchFamily="34" charset="0"/>
                <a:ea typeface="AvenirNext LT Com Regular" panose="020B0503020202020204" pitchFamily="34" charset="0"/>
                <a:cs typeface="AvenirNext LT Com Regular" panose="020B0503020202020204" pitchFamily="34" charset="0"/>
              </a:defRPr>
            </a:lvl1pPr>
          </a:lstStyle>
          <a:p>
            <a:pPr hangingPunct="1"/>
            <a:endParaRPr lang="en-GB" dirty="0"/>
          </a:p>
        </p:txBody>
      </p:sp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456496" y="457200"/>
            <a:ext cx="11276717" cy="571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 anchorCtr="0"/>
          <a:lstStyle/>
          <a:p>
            <a:pPr lvl="0" fontAlgn="auto" hangingPunct="1"/>
            <a:r>
              <a:rPr dirty="0"/>
              <a:t>Title</a:t>
            </a:r>
          </a:p>
        </p:txBody>
      </p:sp>
      <p:sp>
        <p:nvSpPr>
          <p:cNvPr id="8" name="Body"/>
          <p:cNvSpPr txBox="1">
            <a:spLocks noGrp="1"/>
          </p:cNvSpPr>
          <p:nvPr>
            <p:ph type="body" idx="1"/>
          </p:nvPr>
        </p:nvSpPr>
        <p:spPr>
          <a:xfrm>
            <a:off x="467248" y="1485901"/>
            <a:ext cx="11265965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no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grpSp>
        <p:nvGrpSpPr>
          <p:cNvPr id="10" name="Group 9" hidden="1">
            <a:extLst>
              <a:ext uri="{FF2B5EF4-FFF2-40B4-BE49-F238E27FC236}">
                <a16:creationId xmlns:a16="http://schemas.microsoft.com/office/drawing/2014/main" id="{CA48DBAD-2DC8-0690-5FC5-A396F5A71DAF}"/>
              </a:ext>
            </a:extLst>
          </p:cNvPr>
          <p:cNvGrpSpPr/>
          <p:nvPr userDrawn="1"/>
        </p:nvGrpSpPr>
        <p:grpSpPr>
          <a:xfrm>
            <a:off x="0" y="-546968"/>
            <a:ext cx="12192000" cy="396000"/>
            <a:chOff x="0" y="-546968"/>
            <a:chExt cx="12192000" cy="396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731937D-7A24-AC4F-2AFB-B12DF0AF8E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796000" y="-546968"/>
              <a:ext cx="396000" cy="396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EDAB18-20C1-094F-F479-326CC137AD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0" y="-546968"/>
              <a:ext cx="396000" cy="396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EC0405-33CF-F747-6FFC-55BA3322FE52}"/>
                </a:ext>
              </a:extLst>
            </p:cNvPr>
            <p:cNvSpPr/>
            <p:nvPr userDrawn="1"/>
          </p:nvSpPr>
          <p:spPr>
            <a:xfrm>
              <a:off x="395999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9F4F8AE-8F25-3774-3581-12FF6238013F}"/>
                </a:ext>
              </a:extLst>
            </p:cNvPr>
            <p:cNvSpPr/>
            <p:nvPr userDrawn="1"/>
          </p:nvSpPr>
          <p:spPr>
            <a:xfrm>
              <a:off x="1066347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206F892-2B8A-E24C-2C2E-11FD3BE1B937}"/>
                </a:ext>
              </a:extLst>
            </p:cNvPr>
            <p:cNvSpPr/>
            <p:nvPr userDrawn="1"/>
          </p:nvSpPr>
          <p:spPr>
            <a:xfrm>
              <a:off x="1371487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6AB6D5B-7AE7-37BF-6ADE-3BC93B66407E}"/>
                </a:ext>
              </a:extLst>
            </p:cNvPr>
            <p:cNvSpPr/>
            <p:nvPr userDrawn="1"/>
          </p:nvSpPr>
          <p:spPr>
            <a:xfrm>
              <a:off x="2041834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98E922B-6CA9-65DF-9157-E06096FC8C56}"/>
                </a:ext>
              </a:extLst>
            </p:cNvPr>
            <p:cNvSpPr/>
            <p:nvPr userDrawn="1"/>
          </p:nvSpPr>
          <p:spPr>
            <a:xfrm>
              <a:off x="2346975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63BCE7F-8140-371E-BEBA-01D3F93F5D3C}"/>
                </a:ext>
              </a:extLst>
            </p:cNvPr>
            <p:cNvSpPr/>
            <p:nvPr userDrawn="1"/>
          </p:nvSpPr>
          <p:spPr>
            <a:xfrm>
              <a:off x="3017322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5AA534D-A7A1-70A1-1B11-D2302BE6C3AA}"/>
                </a:ext>
              </a:extLst>
            </p:cNvPr>
            <p:cNvSpPr/>
            <p:nvPr userDrawn="1"/>
          </p:nvSpPr>
          <p:spPr>
            <a:xfrm>
              <a:off x="3322462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D1B9C64-1FF2-D786-A5ED-6C8EAC91644C}"/>
                </a:ext>
              </a:extLst>
            </p:cNvPr>
            <p:cNvSpPr/>
            <p:nvPr userDrawn="1"/>
          </p:nvSpPr>
          <p:spPr>
            <a:xfrm>
              <a:off x="3992810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9D3F35D-5050-C186-CEA4-2A2AD559A724}"/>
                </a:ext>
              </a:extLst>
            </p:cNvPr>
            <p:cNvSpPr/>
            <p:nvPr userDrawn="1"/>
          </p:nvSpPr>
          <p:spPr>
            <a:xfrm>
              <a:off x="4297950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AE6D694-556F-BFFA-5DBD-ACA5C2672E32}"/>
                </a:ext>
              </a:extLst>
            </p:cNvPr>
            <p:cNvSpPr/>
            <p:nvPr userDrawn="1"/>
          </p:nvSpPr>
          <p:spPr>
            <a:xfrm>
              <a:off x="4968298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609E71F-CEA8-8A47-16B6-108DAEF4E1EB}"/>
                </a:ext>
              </a:extLst>
            </p:cNvPr>
            <p:cNvSpPr/>
            <p:nvPr userDrawn="1"/>
          </p:nvSpPr>
          <p:spPr>
            <a:xfrm>
              <a:off x="5273438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FAD3AD0-2609-9D54-D626-63A38540EC8A}"/>
                </a:ext>
              </a:extLst>
            </p:cNvPr>
            <p:cNvSpPr/>
            <p:nvPr userDrawn="1"/>
          </p:nvSpPr>
          <p:spPr>
            <a:xfrm>
              <a:off x="5943785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0DB4BF7-35A4-372C-4F25-446AC39118A5}"/>
                </a:ext>
              </a:extLst>
            </p:cNvPr>
            <p:cNvSpPr/>
            <p:nvPr userDrawn="1"/>
          </p:nvSpPr>
          <p:spPr>
            <a:xfrm>
              <a:off x="6248926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2E09CA5-00E3-5804-531F-82375172F5F0}"/>
                </a:ext>
              </a:extLst>
            </p:cNvPr>
            <p:cNvSpPr/>
            <p:nvPr userDrawn="1"/>
          </p:nvSpPr>
          <p:spPr>
            <a:xfrm>
              <a:off x="6919273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43B886-F705-99F3-28BE-C7F013250FC0}"/>
                </a:ext>
              </a:extLst>
            </p:cNvPr>
            <p:cNvSpPr/>
            <p:nvPr userDrawn="1"/>
          </p:nvSpPr>
          <p:spPr>
            <a:xfrm>
              <a:off x="7224413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5F2E755-170F-633C-3BEB-CE2D33C9A6D2}"/>
                </a:ext>
              </a:extLst>
            </p:cNvPr>
            <p:cNvSpPr/>
            <p:nvPr userDrawn="1"/>
          </p:nvSpPr>
          <p:spPr>
            <a:xfrm>
              <a:off x="7894761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7A86802-4017-638B-0F2E-0A1F4DD9673E}"/>
                </a:ext>
              </a:extLst>
            </p:cNvPr>
            <p:cNvSpPr/>
            <p:nvPr userDrawn="1"/>
          </p:nvSpPr>
          <p:spPr>
            <a:xfrm>
              <a:off x="8199901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96E3376-B37E-77C8-3EB8-7C0504587323}"/>
                </a:ext>
              </a:extLst>
            </p:cNvPr>
            <p:cNvSpPr/>
            <p:nvPr userDrawn="1"/>
          </p:nvSpPr>
          <p:spPr>
            <a:xfrm>
              <a:off x="8870249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7144A34-3C0E-8159-E461-5A503448699C}"/>
                </a:ext>
              </a:extLst>
            </p:cNvPr>
            <p:cNvSpPr/>
            <p:nvPr userDrawn="1"/>
          </p:nvSpPr>
          <p:spPr>
            <a:xfrm>
              <a:off x="9175389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32A4179-ECC5-4B5D-F5C2-0E233D3899EA}"/>
                </a:ext>
              </a:extLst>
            </p:cNvPr>
            <p:cNvSpPr/>
            <p:nvPr userDrawn="1"/>
          </p:nvSpPr>
          <p:spPr>
            <a:xfrm>
              <a:off x="9845736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6674914-D7B4-6F67-B7A6-6BE1E49CC354}"/>
                </a:ext>
              </a:extLst>
            </p:cNvPr>
            <p:cNvSpPr/>
            <p:nvPr userDrawn="1"/>
          </p:nvSpPr>
          <p:spPr>
            <a:xfrm>
              <a:off x="10150877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56AE96C-0CA6-3300-864D-2AC346ABD25A}"/>
                </a:ext>
              </a:extLst>
            </p:cNvPr>
            <p:cNvSpPr/>
            <p:nvPr userDrawn="1"/>
          </p:nvSpPr>
          <p:spPr>
            <a:xfrm>
              <a:off x="10821224" y="-546968"/>
              <a:ext cx="30514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783C7B5-325D-1A66-64FA-ECB936A0528C}"/>
                </a:ext>
              </a:extLst>
            </p:cNvPr>
            <p:cNvSpPr/>
            <p:nvPr userDrawn="1"/>
          </p:nvSpPr>
          <p:spPr>
            <a:xfrm>
              <a:off x="11126364" y="-546968"/>
              <a:ext cx="670348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40" tIns="91440" rIns="91440" bIns="91440" numCol="1" spcCol="38100" rtlCol="0" anchor="ctr">
              <a:no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venirNext LT Com Regular" panose="020B0503020202020204" pitchFamily="34" charset="0"/>
                <a:cs typeface="Arial" panose="020B0604020202020204" pitchFamily="34" charset="0"/>
                <a:sym typeface="AvenirNext LT Com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237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10" r:id="rId2"/>
    <p:sldLayoutId id="2147483932" r:id="rId3"/>
    <p:sldLayoutId id="2147483930" r:id="rId4"/>
    <p:sldLayoutId id="2147483834" r:id="rId5"/>
    <p:sldLayoutId id="2147483913" r:id="rId6"/>
    <p:sldLayoutId id="2147483878" r:id="rId7"/>
    <p:sldLayoutId id="2147483857" r:id="rId8"/>
    <p:sldLayoutId id="2147483874" r:id="rId9"/>
    <p:sldLayoutId id="2147483852" r:id="rId10"/>
    <p:sldLayoutId id="2147483883" r:id="rId11"/>
    <p:sldLayoutId id="2147483843" r:id="rId12"/>
    <p:sldLayoutId id="2147483915" r:id="rId13"/>
    <p:sldLayoutId id="2147483918" r:id="rId14"/>
    <p:sldLayoutId id="2147483916" r:id="rId15"/>
    <p:sldLayoutId id="2147483854" r:id="rId16"/>
    <p:sldLayoutId id="2147483927" r:id="rId17"/>
    <p:sldLayoutId id="2147483929" r:id="rId18"/>
    <p:sldLayoutId id="2147483898" r:id="rId19"/>
    <p:sldLayoutId id="2147483920" r:id="rId20"/>
    <p:sldLayoutId id="2147483931" r:id="rId21"/>
    <p:sldLayoutId id="2147483919" r:id="rId22"/>
    <p:sldLayoutId id="2147483889" r:id="rId23"/>
    <p:sldLayoutId id="2147483921" r:id="rId24"/>
    <p:sldLayoutId id="2147483922" r:id="rId25"/>
    <p:sldLayoutId id="2147483876" r:id="rId26"/>
    <p:sldLayoutId id="2147483875" r:id="rId27"/>
    <p:sldLayoutId id="2147483897" r:id="rId28"/>
  </p:sldLayoutIdLst>
  <p:transition spd="med"/>
  <p:hf hdr="0" dt="0"/>
  <p:txStyles>
    <p:titleStyle>
      <a:lvl1pPr marL="0" marR="0" indent="0" algn="l" defTabSz="228600" rtl="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kumimoji="0" sz="2800" b="1" i="0" u="none" strike="noStrike" cap="none" spc="0" normalizeH="0" baseline="0" dirty="0">
          <a:ln>
            <a:noFill/>
          </a:ln>
          <a:solidFill>
            <a:schemeClr val="tx2"/>
          </a:solidFill>
          <a:effectLst/>
          <a:uFillTx/>
          <a:latin typeface="AvenirNext LT Com Medium" panose="020B0503020202020204" pitchFamily="34" charset="0"/>
          <a:ea typeface="+mn-ea"/>
          <a:cs typeface="+mn-cs"/>
          <a:sym typeface="AvenirNext LT Com Regular"/>
        </a:defRPr>
      </a:lvl1pPr>
      <a:lvl2pPr marL="0" marR="0" indent="1143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2pPr>
      <a:lvl3pPr marL="0" marR="0" indent="2286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3pPr>
      <a:lvl4pPr marL="0" marR="0" indent="3429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4pPr>
      <a:lvl5pPr marL="0" marR="0" indent="4572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5pPr>
      <a:lvl6pPr marL="0" marR="0" indent="5715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6pPr>
      <a:lvl7pPr marL="0" marR="0" indent="6858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7pPr>
      <a:lvl8pPr marL="0" marR="0" indent="8001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8pPr>
      <a:lvl9pPr marL="0" marR="0" indent="9144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Next LT Com Demi"/>
        </a:defRPr>
      </a:lvl9pPr>
    </p:titleStyle>
    <p:bodyStyle>
      <a:lvl1pPr marL="0" marR="0" indent="0" algn="l" defTabSz="2286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Tx/>
        <a:buSzTx/>
        <a:buFont typeface="AvenirNext LT Com Medium" panose="020B0803020202020204" pitchFamily="34" charset="0"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Next LT Com Regular"/>
        </a:defRPr>
      </a:lvl1pPr>
      <a:lvl2pPr marL="284162" marR="0" indent="0" algn="l" defTabSz="228600" rtl="0" eaLnBrk="1" latinLnBrk="0" hangingPunct="1">
        <a:lnSpc>
          <a:spcPct val="110000"/>
        </a:lnSpc>
        <a:spcBef>
          <a:spcPts val="0"/>
        </a:spcBef>
        <a:spcAft>
          <a:spcPts val="700"/>
        </a:spcAft>
        <a:buClrTx/>
        <a:buSzTx/>
        <a:buFont typeface="Arial" panose="020B0604020202020204" pitchFamily="34" charset="0"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Next LT Com Regular"/>
        </a:defRPr>
      </a:lvl2pPr>
      <a:lvl3pPr marL="569913" marR="0" indent="0" algn="l" defTabSz="228600" rtl="0" eaLnBrk="1" latinLnBrk="0" hangingPunct="1">
        <a:lnSpc>
          <a:spcPct val="110000"/>
        </a:lnSpc>
        <a:spcBef>
          <a:spcPts val="0"/>
        </a:spcBef>
        <a:spcAft>
          <a:spcPts val="350"/>
        </a:spcAft>
        <a:buClrTx/>
        <a:buSzTx/>
        <a:buFont typeface="Arial" panose="020B0604020202020204" pitchFamily="34" charset="0"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Next LT Com Regular"/>
        </a:defRPr>
      </a:lvl3pPr>
      <a:lvl4pPr marL="0" marR="0" indent="34290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Next LT Com Regular"/>
        </a:defRPr>
      </a:lvl4pPr>
      <a:lvl5pPr marL="0" marR="0" indent="45720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Next LT Com Regular"/>
        </a:defRPr>
      </a:lvl5pPr>
      <a:lvl6pPr marL="0" marR="0" indent="5715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/>
          <a:ea typeface="AvenirNext LT Com Regular"/>
          <a:cs typeface="AvenirNext LT Com Regular"/>
          <a:sym typeface="AvenirNext LT Com Regular"/>
        </a:defRPr>
      </a:lvl6pPr>
      <a:lvl7pPr marL="0" marR="0" indent="6858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/>
          <a:ea typeface="AvenirNext LT Com Regular"/>
          <a:cs typeface="AvenirNext LT Com Regular"/>
          <a:sym typeface="AvenirNext LT Com Regular"/>
        </a:defRPr>
      </a:lvl7pPr>
      <a:lvl8pPr marL="0" marR="0" indent="8001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/>
          <a:ea typeface="AvenirNext LT Com Regular"/>
          <a:cs typeface="AvenirNext LT Com Regular"/>
          <a:sym typeface="AvenirNext LT Com Regular"/>
        </a:defRPr>
      </a:lvl8pPr>
      <a:lvl9pPr marL="0" marR="0" indent="9144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/>
          <a:ea typeface="AvenirNext LT Com Regular"/>
          <a:cs typeface="AvenirNext LT Com Regular"/>
          <a:sym typeface="AvenirNext LT Com Regular"/>
        </a:defRPr>
      </a:lvl9pPr>
    </p:bodyStyle>
    <p:otherStyle>
      <a:lvl1pPr marL="0" marR="0" indent="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1pPr>
      <a:lvl2pPr marL="0" marR="0" indent="1143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2pPr>
      <a:lvl3pPr marL="0" marR="0" indent="2286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3pPr>
      <a:lvl4pPr marL="0" marR="0" indent="3429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4pPr>
      <a:lvl5pPr marL="0" marR="0" indent="4572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5pPr>
      <a:lvl6pPr marL="0" marR="0" indent="5715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6pPr>
      <a:lvl7pPr marL="0" marR="0" indent="6858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7pPr>
      <a:lvl8pPr marL="0" marR="0" indent="8001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8pPr>
      <a:lvl9pPr marL="0" marR="0" indent="9144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Next LT Com Regular"/>
        </a:defRPr>
      </a:lvl9pPr>
    </p:otherStyle>
  </p:txStyles>
  <p:extLst>
    <p:ext uri="{27BBF7A9-308A-43DC-89C8-2F10F3537804}">
      <p15:sldGuideLst xmlns:p15="http://schemas.microsoft.com/office/powerpoint/2012/main">
        <p15:guide id="21" pos="288" userDrawn="1">
          <p15:clr>
            <a:srgbClr val="F26B43"/>
          </p15:clr>
        </p15:guide>
        <p15:guide id="22" pos="739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  <p15:guide id="24" orient="horz" pos="4032" userDrawn="1">
          <p15:clr>
            <a:srgbClr val="F26B43"/>
          </p15:clr>
        </p15:guide>
        <p15:guide id="25" orient="horz" pos="936" userDrawn="1">
          <p15:clr>
            <a:srgbClr val="F26B43"/>
          </p15:clr>
        </p15:guide>
        <p15:guide id="26" pos="1344" userDrawn="1">
          <p15:clr>
            <a:srgbClr val="F26B43"/>
          </p15:clr>
        </p15:guide>
        <p15:guide id="27" pos="1492" userDrawn="1">
          <p15:clr>
            <a:srgbClr val="F26B43"/>
          </p15:clr>
        </p15:guide>
        <p15:guide id="28" pos="2704" userDrawn="1">
          <p15:clr>
            <a:srgbClr val="F26B43"/>
          </p15:clr>
        </p15:guide>
        <p15:guide id="29" pos="3159" userDrawn="1">
          <p15:clr>
            <a:srgbClr val="F26B43"/>
          </p15:clr>
        </p15:guide>
        <p15:guide id="30" pos="3771" userDrawn="1">
          <p15:clr>
            <a:srgbClr val="F26B43"/>
          </p15:clr>
        </p15:guide>
        <p15:guide id="31" pos="3905" userDrawn="1">
          <p15:clr>
            <a:srgbClr val="F26B43"/>
          </p15:clr>
        </p15:guide>
        <p15:guide id="32" pos="4972" userDrawn="1">
          <p15:clr>
            <a:srgbClr val="F26B43"/>
          </p15:clr>
        </p15:guide>
        <p15:guide id="33" pos="5111" userDrawn="1">
          <p15:clr>
            <a:srgbClr val="F26B43"/>
          </p15:clr>
        </p15:guide>
        <p15:guide id="34" pos="6178" userDrawn="1">
          <p15:clr>
            <a:srgbClr val="F26B43"/>
          </p15:clr>
        </p15:guide>
        <p15:guide id="35" pos="6324" userDrawn="1">
          <p15:clr>
            <a:srgbClr val="F26B43"/>
          </p15:clr>
        </p15:guide>
        <p15:guide id="36" orient="horz" pos="2160" userDrawn="1">
          <p15:clr>
            <a:srgbClr val="F26B43"/>
          </p15:clr>
        </p15:guide>
        <p15:guide id="37" orient="horz" pos="2088" userDrawn="1">
          <p15:clr>
            <a:srgbClr val="F26B43"/>
          </p15:clr>
        </p15:guide>
        <p15:guide id="38" orient="horz" pos="2232" userDrawn="1">
          <p15:clr>
            <a:srgbClr val="F26B43"/>
          </p15:clr>
        </p15:guide>
        <p15:guide id="39" pos="746" userDrawn="1">
          <p15:clr>
            <a:srgbClr val="F26B43"/>
          </p15:clr>
        </p15:guide>
        <p15:guide id="40" pos="895" userDrawn="1">
          <p15:clr>
            <a:srgbClr val="F26B43"/>
          </p15:clr>
        </p15:guide>
        <p15:guide id="41" pos="1944" userDrawn="1">
          <p15:clr>
            <a:srgbClr val="F26B43"/>
          </p15:clr>
        </p15:guide>
        <p15:guide id="42" pos="2098" userDrawn="1">
          <p15:clr>
            <a:srgbClr val="F26B43"/>
          </p15:clr>
        </p15:guide>
        <p15:guide id="43" pos="2559" userDrawn="1">
          <p15:clr>
            <a:srgbClr val="F26B43"/>
          </p15:clr>
        </p15:guide>
        <p15:guide id="44" pos="3304" userDrawn="1">
          <p15:clr>
            <a:srgbClr val="F26B43"/>
          </p15:clr>
        </p15:guide>
        <p15:guide id="45" pos="4365" userDrawn="1">
          <p15:clr>
            <a:srgbClr val="F26B43"/>
          </p15:clr>
        </p15:guide>
        <p15:guide id="46" pos="4511" userDrawn="1">
          <p15:clr>
            <a:srgbClr val="F26B43"/>
          </p15:clr>
        </p15:guide>
        <p15:guide id="47" pos="5584" userDrawn="1">
          <p15:clr>
            <a:srgbClr val="F26B43"/>
          </p15:clr>
        </p15:guide>
        <p15:guide id="48" pos="5724" userDrawn="1">
          <p15:clr>
            <a:srgbClr val="F26B43"/>
          </p15:clr>
        </p15:guide>
        <p15:guide id="49" pos="6791" userDrawn="1">
          <p15:clr>
            <a:srgbClr val="F26B43"/>
          </p15:clr>
        </p15:guide>
        <p15:guide id="50" pos="6930" userDrawn="1">
          <p15:clr>
            <a:srgbClr val="F26B43"/>
          </p15:clr>
        </p15:guide>
        <p15:guide id="52" orient="horz" pos="792" userDrawn="1">
          <p15:clr>
            <a:srgbClr val="F26B43"/>
          </p15:clr>
        </p15:guide>
        <p15:guide id="53" orient="horz" pos="1440" userDrawn="1">
          <p15:clr>
            <a:srgbClr val="F26B43"/>
          </p15:clr>
        </p15:guide>
        <p15:guide id="54" orient="horz" pos="1584" userDrawn="1">
          <p15:clr>
            <a:srgbClr val="F26B43"/>
          </p15:clr>
        </p15:guide>
        <p15:guide id="55" orient="horz" pos="2736" userDrawn="1">
          <p15:clr>
            <a:srgbClr val="F26B43"/>
          </p15:clr>
        </p15:guide>
        <p15:guide id="56" orient="horz" pos="2880" userDrawn="1">
          <p15:clr>
            <a:srgbClr val="F26B43"/>
          </p15:clr>
        </p15:guide>
        <p15:guide id="57" orient="horz" pos="3384" userDrawn="1">
          <p15:clr>
            <a:srgbClr val="F26B43"/>
          </p15:clr>
        </p15:guide>
        <p15:guide id="58" orient="horz" pos="3528" userDrawn="1">
          <p15:clr>
            <a:srgbClr val="F26B43"/>
          </p15:clr>
        </p15:guide>
        <p15:guide id="59" orient="horz" userDrawn="1">
          <p15:clr>
            <a:srgbClr val="F26B43"/>
          </p15:clr>
        </p15:guide>
        <p15:guide id="60" userDrawn="1">
          <p15:clr>
            <a:srgbClr val="F26B43"/>
          </p15:clr>
        </p15:guide>
        <p15:guide id="61" orient="horz" pos="4320" userDrawn="1">
          <p15:clr>
            <a:srgbClr val="F26B43"/>
          </p15:clr>
        </p15:guide>
        <p15:guide id="62" pos="7680" userDrawn="1">
          <p15:clr>
            <a:srgbClr val="F26B43"/>
          </p15:clr>
        </p15:guide>
        <p15:guide id="63" orient="horz" pos="3950" userDrawn="1">
          <p15:clr>
            <a:srgbClr val="F26B43"/>
          </p15:clr>
        </p15:guide>
        <p15:guide id="64" pos="3840" userDrawn="1">
          <p15:clr>
            <a:srgbClr val="F26B43"/>
          </p15:clr>
        </p15:guide>
        <p15:guide id="65" orient="horz" pos="216" userDrawn="1">
          <p15:clr>
            <a:srgbClr val="F26B43"/>
          </p15:clr>
        </p15:guide>
        <p15:guide id="66" orient="horz" pos="64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CAPITAL LEARNING  ·  LONG-TERM INVESTING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From a workshop to a journey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The complete LTI learning experience — designed end-to-end, automated, ready to roll out.</a:t>
            </a:r>
          </a:p>
          <a:p>
            <a:r>
              <a:rPr sz="1300"/>
              <a:t>Chee Sin  ·  Capital Learning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CHAPTER 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The gap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a strong workshop — and nothing around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workshop began and ended in the room.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GAP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246120"/>
            <a:ext cx="10561320" cy="0"/>
          </a:xfrm>
          <a:prstGeom prst="line">
            <a:avLst/>
          </a:prstGeom>
          <a:ln w="15240">
            <a:solidFill>
              <a:srgbClr val="8FAD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60120" y="2377440"/>
            <a:ext cx="2926080" cy="17373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8FAD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8FADB2"/>
                </a:solidFill>
                <a:latin typeface="Arial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FADB2"/>
                </a:solidFill>
                <a:latin typeface="Arial"/>
              </a:rPr>
              <a:t>nothing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48840"/>
            <a:ext cx="3154680" cy="219456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67004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THE LTI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3580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D0EAE9"/>
                </a:solidFill>
                <a:latin typeface="Arial"/>
              </a:rPr>
              <a:t>strong — but self-contained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77440"/>
            <a:ext cx="2926080" cy="17373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8FAD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803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8FADB2"/>
                </a:solidFill>
                <a:latin typeface="Arial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FADB2"/>
                </a:solidFill>
                <a:latin typeface="Arial"/>
              </a:rPr>
              <a:t>nothing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Arial"/>
              </a:rPr>
              <a:t>No preparation   ·   no reinforcement   ·   nothing to make it stick   ·   no template for the next consultant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White space. Freedom to design it end-to-end.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MANDATE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286000"/>
            <a:ext cx="9235440" cy="265176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324612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502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8074"/>
                </a:solidFill>
                <a:latin typeface="Arial"/>
              </a:rPr>
              <a:t>PRE-WORKSHOP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0016" y="3502152"/>
            <a:ext cx="402336" cy="310896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324612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3502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IN-WORKSHOP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54696" y="3502152"/>
            <a:ext cx="402336" cy="310896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324612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502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8074"/>
                </a:solidFill>
                <a:latin typeface="Arial"/>
              </a:rPr>
              <a:t>POST-WORKSHOP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4340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one experience — not three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Arial"/>
              </a:rPr>
              <a:t>No existing materials to inherit — and the team's guidance shaping direction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CHAPTER 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The thinking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behavioural design before any artifact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people walk into every workshop.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THINKING · WHO WALKS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3246120" cy="109728"/>
          </a:xfrm>
          <a:prstGeom prst="rect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7691" y="2377440"/>
            <a:ext cx="768096" cy="768096"/>
          </a:xfrm>
          <a:prstGeom prst="ellipse">
            <a:avLst/>
          </a:prstGeom>
          <a:solidFill>
            <a:srgbClr val="E6ECEE"/>
          </a:solidFill>
          <a:ln w="1905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95959"/>
                </a:solidFill>
                <a:latin typeface="Arial"/>
              </a:rPr>
              <a:t>THE PRISONER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216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“I have to be here.”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965960"/>
            <a:ext cx="3246120" cy="109728"/>
          </a:xfrm>
          <a:prstGeom prst="rect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5292" y="2377440"/>
            <a:ext cx="768096" cy="768096"/>
          </a:xfrm>
          <a:prstGeom prst="ellipse">
            <a:avLst/>
          </a:prstGeom>
          <a:solidFill>
            <a:srgbClr val="E6ECEE"/>
          </a:solidFill>
          <a:ln w="1905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3375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95959"/>
                </a:solidFill>
                <a:latin typeface="Arial"/>
              </a:rPr>
              <a:t>THE VACATIONER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216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“Nice day out of the office.”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6596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965960"/>
            <a:ext cx="3246120" cy="109728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22892" y="2377440"/>
            <a:ext cx="768096" cy="768096"/>
          </a:xfrm>
          <a:prstGeom prst="ellipse">
            <a:avLst/>
          </a:prstGeom>
          <a:solidFill>
            <a:srgbClr val="D0EAE9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3375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8074"/>
                </a:solidFill>
                <a:latin typeface="Arial"/>
              </a:rPr>
              <a:t>THE LEARNER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72160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“I’m here to get better.”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09160"/>
            <a:ext cx="10561320" cy="86868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9560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The pre-workshop layer exists to convert all three into Learners — before they walk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Two models, one journey.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THINKING · THE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19" y="22402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PRE-WORKSHOP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83464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83469"/>
                </a:solidFill>
                <a:latin typeface="Arial"/>
              </a:rPr>
              <a:t>Fogg  B = MAP</a:t>
            </a:r>
          </a:p>
        </p:txBody>
      </p:sp>
      <p:sp>
        <p:nvSpPr>
          <p:cNvPr id="9" name="Oval 8"/>
          <p:cNvSpPr/>
          <p:nvPr/>
        </p:nvSpPr>
        <p:spPr>
          <a:xfrm>
            <a:off x="1216152" y="3566160"/>
            <a:ext cx="164592" cy="164592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7048" y="35204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8074"/>
                </a:solidFill>
                <a:latin typeface="Arial"/>
              </a:rPr>
              <a:t>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520440"/>
            <a:ext cx="2697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tiny, tap-based actions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1216152" y="4187952"/>
            <a:ext cx="164592" cy="164592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414223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8074"/>
                </a:solidFill>
                <a:latin typeface="Arial"/>
              </a:rPr>
              <a:t>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42232"/>
            <a:ext cx="2697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identity &amp; commitment framing</a:t>
            </a:r>
          </a:p>
        </p:txBody>
      </p:sp>
      <p:sp>
        <p:nvSpPr>
          <p:cNvPr id="15" name="Oval 14"/>
          <p:cNvSpPr/>
          <p:nvPr/>
        </p:nvSpPr>
        <p:spPr>
          <a:xfrm>
            <a:off x="1216152" y="4809744"/>
            <a:ext cx="164592" cy="164592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7048" y="47640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8074"/>
                </a:solidFill>
                <a:latin typeface="Arial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764024"/>
            <a:ext cx="2697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completion meter — goal-gradient momentum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2024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79" y="22402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POST-WORKSHOP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83464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83469"/>
                </a:solidFill>
                <a:latin typeface="Arial"/>
              </a:rPr>
              <a:t>Atomic habit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79" y="3611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74903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CUE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078224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Arial"/>
              </a:rPr>
              <a:t>calendar reminder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73567" y="3913632"/>
            <a:ext cx="182880" cy="256032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6448" y="3611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74903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078224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Arial"/>
              </a:rPr>
              <a:t>one client-ready move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46336" y="3913632"/>
            <a:ext cx="182880" cy="256032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29215" y="3611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5" y="374903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REWARD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5" y="4078224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Arial"/>
              </a:rPr>
              <a:t>one logged 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80060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Arial"/>
              </a:rPr>
              <a:t>repeat weekly — small, visible, client-ready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framework connects everything.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THINKING · THE CONNECTIVE TISSUE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920240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519172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ACKNOWLEDGE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2" y="20299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0EAE9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920240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2519172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PERSPECTIVE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20299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0EAE9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685032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283964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37947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0EAE9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685032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283964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7947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0EAE9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Arial"/>
              </a:rPr>
              <a:t>Every artifact — pre, during, post — is built on the same four moves.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CHAPTER 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The build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one experience · three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148840"/>
            <a:ext cx="1234440" cy="50292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D0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26771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0EAE9"/>
                </a:solidFill>
                <a:latin typeface="Arial"/>
              </a:rP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2148840"/>
            <a:ext cx="1234440" cy="50292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D0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26771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0EAE9"/>
                </a:solidFill>
                <a:latin typeface="Arial"/>
              </a:rPr>
              <a:t>DURING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148840"/>
            <a:ext cx="1234440" cy="50292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D0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226771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0EAE9"/>
                </a:solidFill>
                <a:latin typeface="Arial"/>
              </a:rPr>
              <a:t>AFTER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 personality test on the surface. A diagnostic underneath.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BUILD · 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10561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1671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83469"/>
                </a:solidFill>
                <a:latin typeface="Arial"/>
              </a:rPr>
              <a:t>“What type of adviser are you?”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58775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95959"/>
                </a:solidFill>
                <a:latin typeface="Arial"/>
              </a:rPr>
              <a:t>Realistic client scenarios — every option plausible.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95959"/>
                </a:solidFill>
                <a:latin typeface="Arial"/>
              </a:rPr>
              <a:t>Can’t be gamed. Strengths-first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40279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D0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08074"/>
                </a:solidFill>
                <a:latin typeface="Arial"/>
              </a:rPr>
              <a:t>REASSURER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240279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D0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08074"/>
                </a:solidFill>
                <a:latin typeface="Arial"/>
              </a:rPr>
              <a:t>STRATEGIST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80720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D0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08074"/>
                </a:solidFill>
                <a:latin typeface="Arial"/>
              </a:rPr>
              <a:t>COACH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80720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D0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08074"/>
                </a:solidFill>
                <a:latin typeface="Arial"/>
              </a:rPr>
              <a:t>STEADY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94760"/>
            <a:ext cx="10561320" cy="169164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977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D190"/>
                </a:solidFill>
                <a:latin typeface="Arial"/>
              </a:rPr>
              <a:t>UNDERNEATH: 5 HIDDEN AXES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4480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empathy ↔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480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reactive ↔ anchored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480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product ↔ goal-led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983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avoids ↔ addresses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983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drifts ↔ lands 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776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D0EAE9"/>
                </a:solidFill>
                <a:latin typeface="Arial"/>
              </a:rPr>
              <a:t>every answer pre-weighted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consultant sees what the adviser can’t.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BUILD · 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57400"/>
            <a:ext cx="6583680" cy="310896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20240" y="4617720"/>
            <a:ext cx="5577839" cy="0"/>
          </a:xfrm>
          <a:prstGeom prst="line">
            <a:avLst/>
          </a:prstGeom>
          <a:ln w="15240">
            <a:solidFill>
              <a:srgbClr val="8FAD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011680" y="2743200"/>
            <a:ext cx="5303519" cy="137160"/>
          </a:xfrm>
          <a:prstGeom prst="line">
            <a:avLst/>
          </a:prstGeom>
          <a:ln w="31750">
            <a:solidFill>
              <a:srgbClr val="0834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1680" y="4023360"/>
            <a:ext cx="5303519" cy="91440"/>
          </a:xfrm>
          <a:prstGeom prst="line">
            <a:avLst/>
          </a:prstGeom>
          <a:ln w="31750">
            <a:solidFill>
              <a:srgbClr val="0080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59" y="2788920"/>
            <a:ext cx="0" cy="1289304"/>
          </a:xfrm>
          <a:prstGeom prst="line">
            <a:avLst/>
          </a:prstGeom>
          <a:ln w="25400">
            <a:solidFill>
              <a:srgbClr val="83157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40679" y="31318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31574"/>
                </a:solidFill>
                <a:latin typeface="Arial"/>
              </a:rP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963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83469"/>
                </a:solidFill>
                <a:latin typeface="Arial"/>
              </a:rPr>
              <a:t>stated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96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actual behaviour (5 sliders)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0574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2057400"/>
            <a:ext cx="82296" cy="91440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176272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3469"/>
                </a:solidFill>
                <a:latin typeface="Arial"/>
              </a:rPr>
              <a:t>Objection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48716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Arial"/>
              </a:rPr>
              <a:t>what their clients actually raise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136391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3136391"/>
            <a:ext cx="82296" cy="91440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3255263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3469"/>
                </a:solidFill>
                <a:latin typeface="Arial"/>
              </a:rPr>
              <a:t>5 behavioural sliders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3566159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Arial"/>
              </a:rPr>
              <a:t>the real diagnostic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215383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4215383"/>
            <a:ext cx="82296" cy="91440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4334255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3469"/>
                </a:solidFill>
                <a:latin typeface="Arial"/>
              </a:rPr>
              <a:t>Confidence-vs-behaviour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4645151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Arial"/>
              </a:rPr>
              <a:t>flags over-confidence — and capable-but-under-confident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dull form became a two-minute gut check.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BUILD · 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3931920" cy="301752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3383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ADB2"/>
                </a:solidFill>
                <a:latin typeface="Arial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95959"/>
                </a:solidFill>
                <a:latin typeface="Arial"/>
              </a:rPr>
              <a:t>4-question diagnostic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3383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FADB2"/>
                </a:solidFill>
                <a:latin typeface="Arial"/>
              </a:rPr>
              <a:t>typed answers · named ·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FADB2"/>
                </a:solidFill>
                <a:latin typeface="Arial"/>
              </a:rPr>
              <a:t>results nobody sees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9200" y="3291840"/>
            <a:ext cx="548640" cy="457200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2011680"/>
            <a:ext cx="5486400" cy="3017520"/>
          </a:xfrm>
          <a:prstGeom prst="roundRect">
            <a:avLst>
              <a:gd name="adj" fmla="val 8000"/>
            </a:avLst>
          </a:prstGeom>
          <a:solidFill>
            <a:srgbClr val="D0EAE9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NOW — LIVE SLIDO / MENTI POLLS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334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Anonymous · tap-not-type · results live on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2918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95959"/>
                </a:solidFill>
                <a:latin typeface="Arial"/>
              </a:rPr>
              <a:t>The teaching reveal — Q2 as a ranking poll: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80390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083469"/>
                </a:solidFill>
                <a:latin typeface="Arial"/>
              </a:rPr>
              <a:t>“ask what’s driving it”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7490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31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831574"/>
                </a:solidFill>
                <a:latin typeface="Arial"/>
              </a:rPr>
              <a:t>ranked LAST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3159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8074"/>
                </a:solidFill>
                <a:latin typeface="Arial"/>
              </a:rPr>
              <a:t>…then the four-box framework flips it to first.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Slides re-engineered into conversation moves.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BUILD · DURING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82296" cy="13258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83469"/>
                </a:solidFill>
                <a:latin typeface="Arial"/>
              </a:rPr>
              <a:t>Tip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1576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95959"/>
                </a:solidFill>
                <a:latin typeface="Arial"/>
              </a:rPr>
              <a:t>the workshop in one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574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57400"/>
            <a:ext cx="82296" cy="13258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83469"/>
                </a:solidFill>
                <a:latin typeface="Arial"/>
              </a:rPr>
              <a:t>Talking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1576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95959"/>
                </a:solidFill>
                <a:latin typeface="Arial"/>
              </a:rPr>
              <a:t>“three talking points · ask your client · advisor next step”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057400"/>
            <a:ext cx="82296" cy="13258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83469"/>
                </a:solidFill>
                <a:latin typeface="Arial"/>
              </a:rPr>
              <a:t>Acknowledge-First Prompt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1576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95959"/>
                </a:solidFill>
                <a:latin typeface="Arial"/>
              </a:rPr>
              <a:t>the opening move, scripted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118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611880"/>
            <a:ext cx="82296" cy="13258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77647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83469"/>
                </a:solidFill>
                <a:latin typeface="Arial"/>
              </a:rPr>
              <a:t>Four-Box Response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7024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95959"/>
                </a:solidFill>
                <a:latin typeface="Arial"/>
              </a:rPr>
              <a:t>assemble a full response,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118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11880"/>
            <a:ext cx="82296" cy="1325880"/>
          </a:xfrm>
          <a:prstGeom prst="rect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77647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83469"/>
                </a:solidFill>
                <a:latin typeface="Arial"/>
              </a:rPr>
              <a:t>Perspectives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7024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95959"/>
                </a:solidFill>
                <a:latin typeface="Arial"/>
              </a:rPr>
              <a:t>evidence on hand, not on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61188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67912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“Market timing needs two correct decisions.”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Making it stick — one move at a time.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BUILD · AFTER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2194560"/>
            <a:ext cx="1737360" cy="1737360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0672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0EAE9"/>
                </a:solidFill>
                <a:latin typeface="Arial"/>
              </a:rPr>
              <a:t>calendar reminder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880360"/>
            <a:ext cx="777240" cy="365760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0" y="2194560"/>
            <a:ext cx="1737360" cy="1737360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6974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90672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0EAE9"/>
                </a:solidFill>
                <a:latin typeface="Arial"/>
              </a:rPr>
              <a:t>one client-ready move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880360"/>
            <a:ext cx="777240" cy="365760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2194560"/>
            <a:ext cx="1737360" cy="1737360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90672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0EAE9"/>
                </a:solidFill>
                <a:latin typeface="Arial"/>
              </a:rPr>
              <a:t>one logged 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69079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Arial"/>
              </a:rPr>
              <a:t>repeat — Steps for Success, 8 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9202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031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074"/>
                </a:solidFill>
                <a:latin typeface="Arial"/>
              </a:rPr>
              <a:t>THE 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•  Win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900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•  Objection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4930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•  Habit Commitment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959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•  Next-Step Planner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4988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•  Advisor Journey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Advisor Journey: progress ring · day streak · wins tally · one “today” card · private objection bank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delivery engine — version by version.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BUILD · AFTER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55267" y="2331720"/>
            <a:ext cx="9281160" cy="0"/>
          </a:xfrm>
          <a:prstGeom prst="line">
            <a:avLst/>
          </a:prstGeom>
          <a:ln w="25400">
            <a:solidFill>
              <a:srgbClr val="8FAD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327251" y="2203703"/>
            <a:ext cx="256032" cy="256032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443" y="1709927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v8–9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7443" y="278892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" y="2926079"/>
            <a:ext cx="164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083469"/>
                </a:solidFill>
                <a:latin typeface="Arial"/>
              </a:rPr>
              <a:t>Empty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3657600"/>
            <a:ext cx="16459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first working shell: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reminders → one .ics</a:t>
            </a:r>
          </a:p>
        </p:txBody>
      </p:sp>
      <p:sp>
        <p:nvSpPr>
          <p:cNvPr id="12" name="Oval 11"/>
          <p:cNvSpPr/>
          <p:nvPr/>
        </p:nvSpPr>
        <p:spPr>
          <a:xfrm>
            <a:off x="3183483" y="2203703"/>
            <a:ext cx="256032" cy="256032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675" y="1709927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v10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3675" y="278892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8539" y="2926079"/>
            <a:ext cx="164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083469"/>
                </a:solidFill>
                <a:latin typeface="Arial"/>
              </a:rPr>
              <a:t>Asset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8539" y="3657600"/>
            <a:ext cx="16459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reframed around advisor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assets on reminders</a:t>
            </a:r>
          </a:p>
        </p:txBody>
      </p:sp>
      <p:sp>
        <p:nvSpPr>
          <p:cNvPr id="17" name="Oval 16"/>
          <p:cNvSpPr/>
          <p:nvPr/>
        </p:nvSpPr>
        <p:spPr>
          <a:xfrm>
            <a:off x="5039715" y="2203703"/>
            <a:ext cx="256032" cy="256032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9907" y="1709927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v13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9907" y="278892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4771" y="2926079"/>
            <a:ext cx="164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083469"/>
                </a:solidFill>
                <a:latin typeface="Arial"/>
              </a:rPr>
              <a:t>Embed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771" y="3657600"/>
            <a:ext cx="16459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embedding optimised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for file weight</a:t>
            </a:r>
          </a:p>
        </p:txBody>
      </p:sp>
      <p:sp>
        <p:nvSpPr>
          <p:cNvPr id="22" name="Oval 21"/>
          <p:cNvSpPr/>
          <p:nvPr/>
        </p:nvSpPr>
        <p:spPr>
          <a:xfrm>
            <a:off x="6895947" y="2203703"/>
            <a:ext cx="256032" cy="256032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6139" y="1709927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v15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6139" y="278892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1003" y="2926079"/>
            <a:ext cx="164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083469"/>
                </a:solidFill>
                <a:latin typeface="Arial"/>
              </a:rPr>
              <a:t>Per-Event Embed — fixed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1003" y="3657600"/>
            <a:ext cx="16459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each reminder carries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its own resource</a:t>
            </a:r>
          </a:p>
        </p:txBody>
      </p:sp>
      <p:sp>
        <p:nvSpPr>
          <p:cNvPr id="27" name="Oval 26"/>
          <p:cNvSpPr/>
          <p:nvPr/>
        </p:nvSpPr>
        <p:spPr>
          <a:xfrm>
            <a:off x="8752179" y="2203703"/>
            <a:ext cx="256032" cy="256032"/>
          </a:xfrm>
          <a:prstGeom prst="ellipse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2371" y="1709927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v16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2371" y="278892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7235" y="2926079"/>
            <a:ext cx="164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083469"/>
                </a:solidFill>
                <a:latin typeface="Arial"/>
              </a:rPr>
              <a:t>Engagement Calendar (CD)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7235" y="3657600"/>
            <a:ext cx="16459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formal touchpoint model ·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6-month journey · two roles</a:t>
            </a:r>
          </a:p>
        </p:txBody>
      </p:sp>
      <p:sp>
        <p:nvSpPr>
          <p:cNvPr id="32" name="Oval 31"/>
          <p:cNvSpPr/>
          <p:nvPr/>
        </p:nvSpPr>
        <p:spPr>
          <a:xfrm>
            <a:off x="10608411" y="2203703"/>
            <a:ext cx="256032" cy="256032"/>
          </a:xfrm>
          <a:prstGeom prst="ellipse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8603" y="1709927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8074"/>
                </a:solidFill>
                <a:latin typeface="Arial"/>
              </a:rPr>
              <a:t>v17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58603" y="2788920"/>
            <a:ext cx="1755648" cy="1965960"/>
          </a:xfrm>
          <a:prstGeom prst="roundRect">
            <a:avLst>
              <a:gd name="adj" fmla="val 8000"/>
            </a:avLst>
          </a:prstGeom>
          <a:solidFill>
            <a:srgbClr val="D0EAE9"/>
          </a:solidFill>
          <a:ln w="1905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3467" y="2926079"/>
            <a:ext cx="164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083469"/>
                </a:solidFill>
                <a:latin typeface="Arial"/>
              </a:rPr>
              <a:t>Engagement Calendar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3467" y="3657600"/>
            <a:ext cx="16459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exports embed file bytes —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imports restore everything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49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every version above is a real artifact — including the ones that didn’t survive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Twelve touchpoints. We kept three.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DESIGN JUDGEMENT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237744" cy="237744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36776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148840"/>
            <a:ext cx="237744" cy="237744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04872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88920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72968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7015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1063" y="2148840"/>
            <a:ext cx="237744" cy="237744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25112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60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93208" y="2148840"/>
            <a:ext cx="237744" cy="237744"/>
          </a:xfrm>
          <a:prstGeom prst="ellipse">
            <a:avLst/>
          </a:prstGeom>
          <a:solidFill>
            <a:srgbClr val="8FA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514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FADB2"/>
                </a:solidFill>
                <a:latin typeface="Arial"/>
              </a:rPr>
              <a:t>Day 0 → Day 3 → Weeks 1–8 → Months 3–6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2103120"/>
            <a:ext cx="502920" cy="411480"/>
          </a:xfrm>
          <a:prstGeom prst="rightArrow">
            <a:avLst/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1737360"/>
            <a:ext cx="1325880" cy="1325880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039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DAY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20040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prepare + capture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one real concern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1737360"/>
            <a:ext cx="1325880" cy="1325880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039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WEEK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0040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build one full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four-box response</a:t>
            </a:r>
          </a:p>
        </p:txBody>
      </p:sp>
      <p:sp>
        <p:nvSpPr>
          <p:cNvPr id="26" name="Oval 25"/>
          <p:cNvSpPr/>
          <p:nvPr/>
        </p:nvSpPr>
        <p:spPr>
          <a:xfrm>
            <a:off x="9921240" y="1737360"/>
            <a:ext cx="1325880" cy="1325880"/>
          </a:xfrm>
          <a:prstGeom prst="ellipse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039112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MONTH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20040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keep one habit +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Arial"/>
              </a:rPr>
              <a:t>reinforce the core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977639"/>
            <a:ext cx="10561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83469"/>
                </a:solidFill>
                <a:latin typeface="Arial"/>
              </a:rPr>
              <a:t>Same method — none of it lost. Iteration isn’t only adding; the mature move was removing.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75488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910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ALSO REMOVED: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23951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83469"/>
                </a:solidFill>
                <a:latin typeface="Arial"/>
              </a:rPr>
              <a:t>the sign-in gate — open reflection beats a capture form.  Engagement &gt; capture.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CHAPTER 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The obstacle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told honestly — this is where it got hard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 QR code carries a pointer — never the file.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OBSTACLE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83469"/>
                </a:solidFill>
                <a:latin typeface="Arial"/>
              </a:rPr>
              <a:t>~2–3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737360"/>
            <a:ext cx="2286000" cy="1463040"/>
          </a:xfrm>
          <a:prstGeom prst="roundRect">
            <a:avLst>
              <a:gd name="adj" fmla="val 8000"/>
            </a:avLst>
          </a:prstGeom>
          <a:solidFill>
            <a:srgbClr val="D0EAE9"/>
          </a:solidFill>
          <a:ln w="1524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148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8074"/>
                </a:solidFill>
                <a:latin typeface="Arial"/>
              </a:rPr>
              <a:t>.ics + PDFs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5328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Arial"/>
              </a:rPr>
              <a:t>hundreds of 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4023360" cy="192024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49039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31574"/>
                </a:solidFill>
                <a:latin typeface="Arial"/>
              </a:rPr>
              <a:t>FAILURE 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96511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QR → SharePoint share link →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iOS: “Validation failed.”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083469"/>
                </a:solidFill>
                <a:latin typeface="Arial"/>
              </a:rPr>
              <a:t>(share link returns a web page, and CG login blocks Apple’s fetcher)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6858000" y="2057400"/>
            <a:ext cx="2560320" cy="2103120"/>
          </a:xfrm>
          <a:prstGeom prst="triangle">
            <a:avLst/>
          </a:prstGeom>
          <a:solidFill>
            <a:srgbClr val="E6ECEE"/>
          </a:solidFill>
          <a:ln w="15240">
            <a:solidFill>
              <a:srgbClr val="8FA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0920" y="1783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425196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ATTACHMENTS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2519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63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595959"/>
                </a:solidFill>
                <a:latin typeface="Arial"/>
              </a:rPr>
              <a:t>pick two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595959"/>
                </a:solidFill>
                <a:latin typeface="Arial"/>
              </a:rPr>
              <a:t>on internal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12064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083469"/>
                </a:solidFill>
                <a:latin typeface="Arial"/>
              </a:rPr>
              <a:t>The trilemma: scan + calendar-with-PDFs + no-login</a:t>
            </a:r>
          </a:p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083469"/>
                </a:solidFill>
                <a:latin typeface="Arial"/>
              </a:rPr>
              <a:t>can’t all be true on SharePoint.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Manual workaround → validated tool → governed automation.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OBSTACLE · RESOLVED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1 · THE HONEST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083469"/>
                </a:solidFill>
                <a:latin typeface="Arial"/>
              </a:rPr>
              <a:t>Hand-written QR encoder failed independent decoding — replaced with the validated qrcode.js library, output verified scannable.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5740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2 · THE INTERIM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083469"/>
                </a:solidFill>
                <a:latin typeface="Arial"/>
              </a:rPr>
              <a:t>Dedicated QR Generator: auto-converts links to direct-download form, warns on links that won’t resolve on a phone, live preview of the exact encoded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78308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D190"/>
                </a:solidFill>
                <a:latin typeface="Arial"/>
              </a:rPr>
              <a:t>3 · THE M365-NATIVE ENDING</a:t>
            </a:r>
          </a:p>
        </p:txBody>
      </p:sp>
      <p:sp>
        <p:nvSpPr>
          <p:cNvPr id="14" name="Oval 13"/>
          <p:cNvSpPr/>
          <p:nvPr/>
        </p:nvSpPr>
        <p:spPr>
          <a:xfrm>
            <a:off x="8476488" y="2532888"/>
            <a:ext cx="146304" cy="146304"/>
          </a:xfrm>
          <a:prstGeom prst="ellipse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7" y="24688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scan QR on closing slide</a:t>
            </a:r>
          </a:p>
        </p:txBody>
      </p:sp>
      <p:sp>
        <p:nvSpPr>
          <p:cNvPr id="16" name="Oval 15"/>
          <p:cNvSpPr/>
          <p:nvPr/>
        </p:nvSpPr>
        <p:spPr>
          <a:xfrm>
            <a:off x="8476488" y="3099816"/>
            <a:ext cx="146304" cy="146304"/>
          </a:xfrm>
          <a:prstGeom prst="ellipse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7" y="303580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pre-filled Microsoft Form</a:t>
            </a:r>
          </a:p>
        </p:txBody>
      </p:sp>
      <p:sp>
        <p:nvSpPr>
          <p:cNvPr id="18" name="Oval 17"/>
          <p:cNvSpPr/>
          <p:nvPr/>
        </p:nvSpPr>
        <p:spPr>
          <a:xfrm>
            <a:off x="8476488" y="3666744"/>
            <a:ext cx="146304" cy="146304"/>
          </a:xfrm>
          <a:prstGeom prst="ellipse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7" y="3602736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Power Automate fetches the .ics</a:t>
            </a:r>
          </a:p>
        </p:txBody>
      </p:sp>
      <p:sp>
        <p:nvSpPr>
          <p:cNvPr id="20" name="Oval 19"/>
          <p:cNvSpPr/>
          <p:nvPr/>
        </p:nvSpPr>
        <p:spPr>
          <a:xfrm>
            <a:off x="8476488" y="4233672"/>
            <a:ext cx="146304" cy="146304"/>
          </a:xfrm>
          <a:prstGeom prst="ellipse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7" y="416966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emailed in ~30 seconds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00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D190"/>
                </a:solidFill>
                <a:latin typeface="Arial"/>
              </a:rPr>
              <a:t>No external hosting. Fully governed.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224528" y="3429000"/>
            <a:ext cx="365760" cy="320040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863840" y="3429000"/>
            <a:ext cx="365760" cy="320040"/>
          </a:xfrm>
          <a:prstGeom prst="rightArrow">
            <a:avLst/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77840"/>
            <a:ext cx="1056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The automation only fetches and forwards — the content stays with the calendar tool.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CHAPTER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The leap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from one tool to infrastructure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One tool became infrastructure.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THE LEAP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D0EAE9"/>
                </a:solidFill>
                <a:latin typeface="Arial"/>
              </a:rPr>
              <a:t>The Workshop Calendar Tool Builder — a standalone, on-brand calendar tool for ANY workshop.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3017520" cy="137160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D0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0EAE9"/>
                </a:solidFill>
                <a:latin typeface="Arial"/>
              </a:rPr>
              <a:t>CONTENT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6499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FFFFFF"/>
                </a:solidFill>
                <a:latin typeface="Arial"/>
              </a:rPr>
              <a:t>generates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3154680"/>
            <a:ext cx="502920" cy="384048"/>
          </a:xfrm>
          <a:prstGeom prst="rightArrow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6517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ANY WORKSHOP’S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calendar tool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9560" y="3154680"/>
            <a:ext cx="502920" cy="384048"/>
          </a:xfrm>
          <a:prstGeom prst="rightArrow">
            <a:avLst/>
          </a:prstGeom>
          <a:solidFill>
            <a:srgbClr val="00D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2651760"/>
            <a:ext cx="3017520" cy="137160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D0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9718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0EAE9"/>
                </a:solidFill>
                <a:latin typeface="Arial"/>
              </a:rPr>
              <a:t>CONSULTANT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36499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FFFFFF"/>
                </a:solidFill>
                <a:latin typeface="Arial"/>
              </a:rPr>
              <a:t>runs it — user guide 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D0EAE9"/>
                </a:solidFill>
                <a:latin typeface="Arial"/>
              </a:rPr>
              <a:t>Branding locked to the CG template   ·   touchpoint sequence   ·   resource library   ·   preview &amp; export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Designed to travel — across markets, for two users.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IT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134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ASIA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788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83469"/>
                </a:solidFill>
                <a:latin typeface="Arial"/>
              </a:rPr>
              <a:t>Region-specific advisor talking points and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83469"/>
                </a:solidFill>
                <a:latin typeface="Arial"/>
              </a:rPr>
              <a:t>market decks — same method, local voice.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E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134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074"/>
                </a:solidFill>
                <a:latin typeface="Arial"/>
              </a:rPr>
              <a:t>TWO USERS, ONE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89864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83469"/>
                </a:solidFill>
                <a:latin typeface="Arial"/>
              </a:rPr>
              <a:t>Content Designers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227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Arial"/>
              </a:rPr>
              <a:t>generate the tools  (CD_ editions)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86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9959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83469"/>
                </a:solidFill>
                <a:latin typeface="Arial"/>
              </a:rPr>
              <a:t>Consultants &amp; Advisers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32511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Arial"/>
              </a:rPr>
              <a:t>use them — no setup, no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83469"/>
                </a:solidFill>
                <a:latin typeface="Arial"/>
              </a:rPr>
              <a:t>Designing for both roles is what makes it adoptable.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 complete experience where none existed.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t>THE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&lt; 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0EAE9"/>
                </a:solidFill>
                <a:latin typeface="Arial"/>
              </a:rPr>
              <a:t>build a journey once,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0EAE9"/>
                </a:solidFill>
                <a:latin typeface="Arial"/>
              </a:rPr>
              <a:t>reuse it for the next workshop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4884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00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~30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7472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0EAE9"/>
                </a:solidFill>
                <a:latin typeface="Arial"/>
              </a:rPr>
              <a:t>automated delivery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0EAE9"/>
                </a:solidFill>
                <a:latin typeface="Arial"/>
              </a:rPr>
              <a:t>per adviser,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083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5603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47472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0EAE9"/>
                </a:solidFill>
                <a:latin typeface="Arial"/>
              </a:rPr>
              <a:t>on-brand — every export,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0EAE9"/>
                </a:solidFill>
                <a:latin typeface="Arial"/>
              </a:rPr>
              <a:t>whoever runs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Arial"/>
              </a:rPr>
              <a:t>Pre → during → post, behaviourally grounded — plus the engine to run it for any workshop, in any market.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t>THE ASK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>
                <a:solidFill>
                  <a:srgbClr val="FFFFFF"/>
                </a:solidFill>
              </a:rPr>
              <a:t>Roll it out.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r>
              <a:rPr>
                <a:solidFill>
                  <a:srgbClr val="D0EAE9"/>
                </a:solidFill>
              </a:rPr>
              <a:t>Plug-and-play across LTI workshops — pre, during, post.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92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D190"/>
                </a:solidFill>
                <a:latin typeface="Arial"/>
              </a:rPr>
              <a:t>This is ready to use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CG Internal Template">
  <a:themeElements>
    <a:clrScheme name="2026 CG Brand Primary">
      <a:dk1>
        <a:srgbClr val="000000"/>
      </a:dk1>
      <a:lt1>
        <a:srgbClr val="FFFFFF"/>
      </a:lt1>
      <a:dk2>
        <a:srgbClr val="083469"/>
      </a:dk2>
      <a:lt2>
        <a:srgbClr val="0068AE"/>
      </a:lt2>
      <a:accent1>
        <a:srgbClr val="008074"/>
      </a:accent1>
      <a:accent2>
        <a:srgbClr val="D0EAE9"/>
      </a:accent2>
      <a:accent3>
        <a:srgbClr val="E6ECEE"/>
      </a:accent3>
      <a:accent4>
        <a:srgbClr val="8FADB2"/>
      </a:accent4>
      <a:accent5>
        <a:srgbClr val="831574"/>
      </a:accent5>
      <a:accent6>
        <a:srgbClr val="00D190"/>
      </a:accent6>
      <a:hlink>
        <a:srgbClr val="0072E3"/>
      </a:hlink>
      <a:folHlink>
        <a:srgbClr val="005E9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 dirty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AvenirNext LT Com Regular" panose="020B0503020202020204" pitchFamily="34" charset="0"/>
            <a:sym typeface="AvenirNext LT Com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chemeClr val="tx1"/>
          </a:solidFill>
          <a:prstDash val="solid"/>
          <a:miter lim="400000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12700">
          <a:miter lim="400000"/>
        </a:ln>
      </a:spPr>
      <a:bodyPr wrap="square" lIns="0" tIns="0" rIns="0" bIns="0" rtlCol="0">
        <a:spAutoFit/>
      </a:bodyPr>
      <a:lstStyle>
        <a:defPPr>
          <a:defRPr sz="1400" b="1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BF04496-C61D-CB4A-AD2C-F21935505E09}" vid="{78AB75F7-5FEB-704A-B824-37F0DA56FDFF}"/>
    </a:ext>
  </a:extLst>
</a:theme>
</file>

<file path=ppt/theme/theme2.xml><?xml version="1.0" encoding="utf-8"?>
<a:theme xmlns:a="http://schemas.openxmlformats.org/drawingml/2006/main" name="White">
  <a:themeElements>
    <a:clrScheme name="CG Color Palette 2018">
      <a:dk1>
        <a:srgbClr val="005F9E"/>
      </a:dk1>
      <a:lt1>
        <a:srgbClr val="FFFFFF"/>
      </a:lt1>
      <a:dk2>
        <a:srgbClr val="009CDC"/>
      </a:dk2>
      <a:lt2>
        <a:srgbClr val="E3E1DC"/>
      </a:lt2>
      <a:accent1>
        <a:srgbClr val="005F9E"/>
      </a:accent1>
      <a:accent2>
        <a:srgbClr val="009CDC"/>
      </a:accent2>
      <a:accent3>
        <a:srgbClr val="00AEA9"/>
      </a:accent3>
      <a:accent4>
        <a:srgbClr val="B42573"/>
      </a:accent4>
      <a:accent5>
        <a:srgbClr val="554742"/>
      </a:accent5>
      <a:accent6>
        <a:srgbClr val="D5D0CA"/>
      </a:accent6>
      <a:hlink>
        <a:srgbClr val="0000FF"/>
      </a:hlink>
      <a:folHlink>
        <a:srgbClr val="FF00FF"/>
      </a:folHlink>
    </a:clrScheme>
    <a:fontScheme name="CG Brand font">
      <a:majorFont>
        <a:latin typeface="AvenirNext LT Com Regular"/>
        <a:ea typeface=""/>
        <a:cs typeface=""/>
      </a:majorFont>
      <a:minorFont>
        <a:latin typeface="AvenirNext LT Com Regular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39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AvenirNext LT Com Regular"/>
            <a:ea typeface="AvenirNext LT Com Regular"/>
            <a:cs typeface="AvenirNext LT Com Regular"/>
            <a:sym typeface="AvenirNext LT Com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Next LT Com Regular"/>
            <a:ea typeface="AvenirNext LT Com Regular"/>
            <a:cs typeface="AvenirNext LT Com Regular"/>
            <a:sym typeface="AvenirNext LT Com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G color test palette">
      <a:dk1>
        <a:srgbClr val="005F9E"/>
      </a:dk1>
      <a:lt1>
        <a:srgbClr val="FFFFFF"/>
      </a:lt1>
      <a:dk2>
        <a:srgbClr val="009CDC"/>
      </a:dk2>
      <a:lt2>
        <a:srgbClr val="E3E1DC"/>
      </a:lt2>
      <a:accent1>
        <a:srgbClr val="005F9E"/>
      </a:accent1>
      <a:accent2>
        <a:srgbClr val="009CDC"/>
      </a:accent2>
      <a:accent3>
        <a:srgbClr val="00AEA9"/>
      </a:accent3>
      <a:accent4>
        <a:srgbClr val="B42573"/>
      </a:accent4>
      <a:accent5>
        <a:srgbClr val="554742"/>
      </a:accent5>
      <a:accent6>
        <a:srgbClr val="D5D0CA"/>
      </a:accent6>
      <a:hlink>
        <a:srgbClr val="0000FF"/>
      </a:hlink>
      <a:folHlink>
        <a:srgbClr val="FF00FF"/>
      </a:folHlink>
    </a:clrScheme>
    <a:fontScheme name="CG Preferred Fonts 2018">
      <a:majorFont>
        <a:latin typeface="AvenirNext LT Com Regular"/>
        <a:ea typeface=""/>
        <a:cs typeface=""/>
      </a:majorFont>
      <a:minorFont>
        <a:latin typeface="AvenirNext LT Com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26 CG Brand Primary">
    <a:dk1>
      <a:srgbClr val="000000"/>
    </a:dk1>
    <a:lt1>
      <a:srgbClr val="FFFFFF"/>
    </a:lt1>
    <a:dk2>
      <a:srgbClr val="083469"/>
    </a:dk2>
    <a:lt2>
      <a:srgbClr val="0068AE"/>
    </a:lt2>
    <a:accent1>
      <a:srgbClr val="008074"/>
    </a:accent1>
    <a:accent2>
      <a:srgbClr val="D0EAE9"/>
    </a:accent2>
    <a:accent3>
      <a:srgbClr val="E6ECEE"/>
    </a:accent3>
    <a:accent4>
      <a:srgbClr val="8FADB2"/>
    </a:accent4>
    <a:accent5>
      <a:srgbClr val="831574"/>
    </a:accent5>
    <a:accent6>
      <a:srgbClr val="00D190"/>
    </a:accent6>
    <a:hlink>
      <a:srgbClr val="0072E3"/>
    </a:hlink>
    <a:folHlink>
      <a:srgbClr val="005E9D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e35266-a0e4-4336-8224-c65b70b1bd82" xsi:nil="true"/>
    <lcf76f155ced4ddcb4097134ff3c332f xmlns="37a90fcf-f65a-4db3-aaa5-0ab5abc7284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E840551FE1E47B8D3160DBB9D077D" ma:contentTypeVersion="15" ma:contentTypeDescription="Create a new document." ma:contentTypeScope="" ma:versionID="cdbd5e1505704a838359377011df84c6">
  <xsd:schema xmlns:xsd="http://www.w3.org/2001/XMLSchema" xmlns:xs="http://www.w3.org/2001/XMLSchema" xmlns:p="http://schemas.microsoft.com/office/2006/metadata/properties" xmlns:ns2="37a90fcf-f65a-4db3-aaa5-0ab5abc7284b" xmlns:ns3="75e35266-a0e4-4336-8224-c65b70b1bd82" targetNamespace="http://schemas.microsoft.com/office/2006/metadata/properties" ma:root="true" ma:fieldsID="78d36e0a692f996d96cbec67b6d998aa" ns2:_="" ns3:_="">
    <xsd:import namespace="37a90fcf-f65a-4db3-aaa5-0ab5abc7284b"/>
    <xsd:import namespace="75e35266-a0e4-4336-8224-c65b70b1bd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90fcf-f65a-4db3-aaa5-0ab5abc728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42c85e0-9014-473f-b2d5-b20670940c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35266-a0e4-4336-8224-c65b70b1bd8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e9de1d2-c2be-4fd1-a0be-19066d1de329}" ma:internalName="TaxCatchAll" ma:showField="CatchAllData" ma:web="75e35266-a0e4-4336-8224-c65b70b1bd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0174AC-40F1-462E-BF1B-0524D2F763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3FB921-50B7-4423-A2D6-76FC7478F5A1}">
  <ds:schemaRefs>
    <ds:schemaRef ds:uri="http://purl.org/dc/dcmitype/"/>
    <ds:schemaRef ds:uri="3c980e3d-38a3-4144-abdb-963625e95112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c2f5d556-2bca-4487-960c-d9d19bc200b8"/>
    <ds:schemaRef ds:uri="http://purl.org/dc/terms/"/>
    <ds:schemaRef ds:uri="75e35266-a0e4-4336-8224-c65b70b1bd82"/>
    <ds:schemaRef ds:uri="37a90fcf-f65a-4db3-aaa5-0ab5abc7284b"/>
  </ds:schemaRefs>
</ds:datastoreItem>
</file>

<file path=customXml/itemProps3.xml><?xml version="1.0" encoding="utf-8"?>
<ds:datastoreItem xmlns:ds="http://schemas.openxmlformats.org/officeDocument/2006/customXml" ds:itemID="{4509ACB3-F73D-4E7D-AEC7-390DE0B409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90fcf-f65a-4db3-aaa5-0ab5abc7284b"/>
    <ds:schemaRef ds:uri="75e35266-a0e4-4336-8224-c65b70b1bd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2287</Words>
  <Application>Microsoft Office PowerPoint</Application>
  <PresentationFormat>Widescreen</PresentationFormat>
  <Paragraphs>509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AvenirNext LT Com</vt:lpstr>
      <vt:lpstr>Arial</vt:lpstr>
      <vt:lpstr>AvenirNext LT Com Medium</vt:lpstr>
      <vt:lpstr>AvenirNext LT Com Regular</vt:lpstr>
      <vt:lpstr>Wingdings</vt:lpstr>
      <vt:lpstr>2026 CG Internal Template</vt:lpstr>
      <vt:lpstr>Presentation title ≤36pt – can be multiple lines</vt:lpstr>
      <vt:lpstr>Presentation title ≤36pt – can be two lines</vt:lpstr>
      <vt:lpstr>Presentation title ≤36pt – can be two lines</vt:lpstr>
      <vt:lpstr>Agenda</vt:lpstr>
      <vt:lpstr>1-line page title H1-line page title 1-line page title 1-line 28pt</vt:lpstr>
      <vt:lpstr>1-line page title H1-line page title 1-line page title 1-line 28pt</vt:lpstr>
      <vt:lpstr>1-line page title H1-line page title 1-line page title 1-line 28pt</vt:lpstr>
      <vt:lpstr>1-line page title 1-line page title 1-line 28pt</vt:lpstr>
      <vt:lpstr>1-line page title 1-line page title 1-line 28pt</vt:lpstr>
      <vt:lpstr>1-line page title for 3 text box layout 28pt</vt:lpstr>
      <vt:lpstr>1-line page title for 3 box points layout 28pt</vt:lpstr>
      <vt:lpstr>1-line page title 1-line 28pt</vt:lpstr>
      <vt:lpstr>2-line page title 2-line page title 2-line page 28pt</vt:lpstr>
      <vt:lpstr>1-line page title 1-line 28pt</vt:lpstr>
      <vt:lpstr>1-line page title 1-line page title 1-line page title 1-line 28pt</vt:lpstr>
      <vt:lpstr>1-line page title 1-line page title 1-line page title 1-line 28pt</vt:lpstr>
      <vt:lpstr>Page title page title page title page title page title page 28pt</vt:lpstr>
      <vt:lpstr>Page title page title page title page title page title page 28pt</vt:lpstr>
      <vt:lpstr>Section divider title can be two lines Section divider title can be two 40pt </vt:lpstr>
      <vt:lpstr>Section divider title can be two lines Section divider title can be two 40pt</vt:lpstr>
      <vt:lpstr>Section divider title can be two lines Section divider title can be two 40pt</vt:lpstr>
      <vt:lpstr>PowerPoint Presentation</vt:lpstr>
      <vt:lpstr>Insert a new chart, or copy and paste inside the chart place holder</vt:lpstr>
      <vt:lpstr>1-line page title for column chart page ADA symbols 28pt</vt:lpstr>
      <vt:lpstr>1-line page title for column chart page 28pt</vt:lpstr>
      <vt:lpstr>1-line page title for column chart page 28pt</vt:lpstr>
      <vt:lpstr>1-line page title for bar chart page 28pt</vt:lpstr>
      <vt:lpstr>1-line page title for stacked bar chart page 28pt</vt:lpstr>
      <vt:lpstr>1-line page title for stacked bar chart page 28pt</vt:lpstr>
      <vt:lpstr>1-line page title for line chart page 28pt</vt:lpstr>
      <vt:lpstr>1-line page title for 2 x donut chart page 28pt ADA</vt:lpstr>
      <vt:lpstr>1-line page title for 2 x donut chart page 28pt ADA</vt:lpstr>
      <vt:lpstr>1-line page title for 6-column #’s table 28pt</vt:lpstr>
      <vt:lpstr>Important information (disclaimer)</vt:lpstr>
    </vt:vector>
  </TitlesOfParts>
  <Manager>Brand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2026 CG PowerPoint template</dc:subject>
  <dc:creator>Steve Shugg</dc:creator>
  <cp:keywords>Template, 2026, PowerPoint</cp:keywords>
  <dc:description>2026 CG PowerPoint template
Generic version
Font: Avenir Next Lt Com</dc:description>
  <cp:lastModifiedBy>Chee Sin Foong (SMRCHSF)</cp:lastModifiedBy>
  <cp:revision>1</cp:revision>
  <dcterms:created xsi:type="dcterms:W3CDTF">2026-04-08T17:41:36Z</dcterms:created>
  <dcterms:modified xsi:type="dcterms:W3CDTF">2026-06-02T07:43:05Z</dcterms:modified>
  <cp:category>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2000.00000000000</vt:lpwstr>
  </property>
  <property fmtid="{D5CDD505-2E9C-101B-9397-08002B2CF9AE}" pid="3" name="ContentTypeId">
    <vt:lpwstr>0x0101001ECE840551FE1E47B8D3160DBB9D077D</vt:lpwstr>
  </property>
  <property fmtid="{D5CDD505-2E9C-101B-9397-08002B2CF9AE}" pid="4" name="MediaServiceImageTags">
    <vt:lpwstr/>
  </property>
</Properties>
</file>