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01" r:id="rId4"/>
  </p:sldMasterIdLst>
  <p:notesMasterIdLst>
    <p:notesMasterId r:id="rId39"/>
  </p:notesMasterIdLst>
  <p:handoutMasterIdLst>
    <p:handoutMasterId r:id="rId40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</p:sldIdLst>
  <p:sldSz cx="12192000" cy="6858000"/>
  <p:notesSz cx="6858000" cy="9144000"/>
  <p:defaultTextStyle>
    <a:defPPr marL="0" marR="0" indent="0" algn="l" defTabSz="4572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9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1pPr>
    <a:lvl2pPr marL="0" marR="0" indent="1714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2pPr>
    <a:lvl3pPr marL="0" marR="0" indent="3429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3pPr>
    <a:lvl4pPr marL="0" marR="0" indent="5143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4pPr>
    <a:lvl5pPr marL="0" marR="0" indent="6858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5pPr>
    <a:lvl6pPr marL="0" marR="0" indent="8572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6pPr>
    <a:lvl7pPr marL="0" marR="0" indent="10287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7pPr>
    <a:lvl8pPr marL="0" marR="0" indent="120015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8pPr>
    <a:lvl9pPr marL="0" marR="0" indent="1371600" algn="ctr" defTabSz="2286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05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venirNext LT Com Regular"/>
        <a:ea typeface="AvenirNext LT Com Regular"/>
        <a:cs typeface="AvenirNext LT Com Regular"/>
        <a:sym typeface="AvenirNext LT Com Regular"/>
      </a:defRPr>
    </a:lvl9pPr>
  </p:defaultTextStyle>
  <p:extLst>
    <p:ext uri="{521415D9-36F7-43E2-AB2F-B90AF26B5E84}">
      <p14:sectionLst xmlns:p14="http://schemas.microsoft.com/office/powerpoint/2010/main">
        <p14:section name="Cover" id="{C76E9A35-7E0D-4494-B628-377D25EC0836}">
          <p14:sldIdLst>
            <p14:sldId id="2147479279"/>
            <p14:sldId id="2147479249"/>
            <p14:sldId id="2147479289"/>
          </p14:sldIdLst>
        </p14:section>
        <p14:section name="Agenda" id="{56CD3096-6D64-FA48-8690-5A0658024011}">
          <p14:sldIdLst>
            <p14:sldId id="2147479266"/>
          </p14:sldIdLst>
        </p14:section>
        <p14:section name="Content" id="{E5AB56F5-2861-FD49-A809-437D1E9996F4}">
          <p14:sldIdLst>
            <p14:sldId id="2147479198"/>
            <p14:sldId id="2147479267"/>
            <p14:sldId id="2147479268"/>
            <p14:sldId id="7369"/>
            <p14:sldId id="7398"/>
            <p14:sldId id="7364"/>
            <p14:sldId id="2147479197"/>
            <p14:sldId id="7355"/>
            <p14:sldId id="7353"/>
            <p14:sldId id="2147479202"/>
            <p14:sldId id="2147479200"/>
            <p14:sldId id="7366"/>
            <p14:sldId id="7356"/>
            <p14:sldId id="2147479270"/>
            <p14:sldId id="7382"/>
            <p14:sldId id="2147479271"/>
            <p14:sldId id="2147479283"/>
            <p14:sldId id="2147479240"/>
            <p14:sldId id="2147479290"/>
            <p14:sldId id="2147479286"/>
            <p14:sldId id="2147479287"/>
            <p14:sldId id="2147479288"/>
            <p14:sldId id="2147479274"/>
            <p14:sldId id="2147479275"/>
            <p14:sldId id="2147479276"/>
            <p14:sldId id="2147479277"/>
            <p14:sldId id="2147479278"/>
            <p14:sldId id="2147479282"/>
            <p14:sldId id="7402"/>
          </p14:sldIdLst>
        </p14:section>
        <p14:section name="Disclaimer / Disclosure" id="{D4C310BE-312C-F245-9CC5-FB6EF0D3A1E0}">
          <p14:sldIdLst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F331EFA-2F70-81A3-6236-B4BF10F275CA}" name="Cheryl Molnar (CHCM)" initials="CM" userId="S::CHCM@capgroup.com::3935c94a-6003-44f3-978e-217ee94a48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A882"/>
    <a:srgbClr val="004439"/>
    <a:srgbClr val="2A8BE9"/>
    <a:srgbClr val="832575"/>
    <a:srgbClr val="0B336D"/>
    <a:srgbClr val="162252"/>
    <a:srgbClr val="00A882"/>
    <a:srgbClr val="00443A"/>
    <a:srgbClr val="0074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8F44A2F1-9E1F-4B54-A3A2-5F16C0AD49E2}" styleName="">
    <a:tblBg/>
    <a:wholeTbl>
      <a:tcTxStyle b="off" i="off">
        <a:font>
          <a:latin typeface="AvenirNext LT Com Regular"/>
          <a:ea typeface="AvenirNext LT Com Regular"/>
          <a:cs typeface="AvenirNext LT Com Regular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FF1F3"/>
          </a:solidFill>
        </a:fill>
      </a:tcStyle>
    </a:band2H>
    <a:firstCol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AvenirNext LT Com Regular"/>
          <a:ea typeface="AvenirNext LT Com Regular"/>
          <a:cs typeface="AvenirNext LT Com Regular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1DB100"/>
          </a:solidFill>
        </a:fill>
      </a:tcStyle>
    </a:firstCol>
    <a:lastRow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929292"/>
              </a:solidFill>
              <a:prstDash val="solid"/>
              <a:miter lim="400000"/>
            </a:ln>
          </a:left>
          <a:right>
            <a:ln w="12700" cap="flat">
              <a:solidFill>
                <a:srgbClr val="929292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929292"/>
              </a:solidFill>
              <a:prstDash val="solid"/>
              <a:miter lim="400000"/>
            </a:ln>
          </a:insideH>
          <a:insideV>
            <a:ln w="12700" cap="flat">
              <a:solidFill>
                <a:srgbClr val="929292"/>
              </a:solidFill>
              <a:prstDash val="solid"/>
              <a:miter lim="400000"/>
            </a:ln>
          </a:insideV>
        </a:tcBdr>
        <a:fill>
          <a:solidFill>
            <a:srgbClr val="017101"/>
          </a:solidFill>
        </a:fill>
      </a:tcStyle>
    </a:firstRow>
  </a:tblStyle>
  <a:tblStyle styleId="{EEE7283C-3CF3-47DC-8721-378D4A62B228}" styleName="">
    <a:tblBg/>
    <a:wholeTbl>
      <a:tcTxStyle>
        <a:font>
          <a:latin typeface="Helvetica Neue Light"/>
          <a:ea typeface="Helvetica Neue Light"/>
          <a:cs typeface="Helvetica Neue Light"/>
        </a:font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rgbClr val="EDEADD"/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9BA00"/>
          </a:solidFill>
        </a:fill>
      </a:tcStyle>
    </a:firstCol>
    <a:la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CF821DB8-F4EB-4A41-A1BA-3FCAFE7338EE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ADBDA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chemeClr val="accent6">
              <a:hueOff val="-2394938"/>
              <a:satOff val="-28078"/>
              <a:lumOff val="-30405"/>
            </a:schemeClr>
          </a:solidFill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C24785"/>
          </a:solidFill>
        </a:fill>
      </a:tcStyle>
    </a:firstRow>
  </a:tblStyle>
  <a:tblStyle styleId="{33BA23B1-9221-436E-865A-0063620EA4FD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B5B5C1"/>
          </a:solidFill>
        </a:fill>
      </a:tcStyle>
    </a:wholeTbl>
    <a:band2H>
      <a:tcTxStyle/>
      <a:tcStyle>
        <a:tcBdr/>
        <a:fill>
          <a:solidFill>
            <a:srgbClr val="9A9AA5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85F"/>
          </a:solidFill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98089"/>
          </a:solidFill>
        </a:fill>
      </a:tcStyle>
    </a:firstRow>
  </a:tblStyle>
  <a:tblStyle styleId="{2708684C-4D16-4618-839F-0558EEFCDFE6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  <a:tblStyle styleId="{4C3C2611-4C71-4FC5-86AE-919BDF0F9419}" styleName="">
    <a:tblBg/>
    <a:wholeTbl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hueOff val="-575724"/>
              <a:satOff val="56070"/>
              <a:lumOff val="-30294"/>
            </a:schemeClr>
          </a:solidFill>
        </a:fill>
      </a:tcStyle>
    </a:firstCol>
    <a:lastRow>
      <a:tcTxStyle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>
        <a:font>
          <a:latin typeface="Helvetica Neue"/>
          <a:ea typeface="Helvetica Neue"/>
          <a:cs typeface="Helvetica Neue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4D8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23"/>
    <p:restoredTop sz="94658"/>
  </p:normalViewPr>
  <p:slideViewPr>
    <p:cSldViewPr snapToGrid="0">
      <p:cViewPr varScale="1">
        <p:scale>
          <a:sx n="55" d="100"/>
          <a:sy n="55" d="100"/>
        </p:scale>
        <p:origin x="676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>
        <p:scale>
          <a:sx n="389" d="100"/>
          <a:sy n="389" d="100"/>
        </p:scale>
        <p:origin x="144" y="-1662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67833" y="8662738"/>
            <a:ext cx="4815367" cy="277191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200"/>
            </a:lvl1pPr>
          </a:lstStyle>
          <a:p>
            <a:r>
              <a:rPr lang="en-US" sz="800" dirty="0">
                <a:latin typeface="AvenirNext LT Com Regular" panose="020B0503020202020204" pitchFamily="34" charset="0"/>
                <a:cs typeface="Arial" panose="020B0604020202020204" pitchFamily="34" charset="0"/>
              </a:rPr>
              <a:t>© 2026 Capital Group. All rights reserved.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283199" y="8660247"/>
            <a:ext cx="1106967" cy="270623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200"/>
            </a:lvl1pPr>
          </a:lstStyle>
          <a:p>
            <a:fld id="{36A13049-6E6B-4E42-BAE6-B016CA40E06B}" type="slidenum">
              <a:rPr lang="en-US" sz="800">
                <a:latin typeface="AvenirNext LT Com Regular" panose="020B0503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latin typeface="AvenirNext LT Com Regular" panose="020B0503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67834" y="265815"/>
            <a:ext cx="5922334" cy="27699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1800" dirty="0"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rPr>
              <a:t>Presentation title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67834" y="652280"/>
            <a:ext cx="5922334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4428508"/>
      </p:ext>
    </p:extLst>
  </p:cSld>
  <p:clrMap bg1="lt1" tx1="dk1" bg2="lt2" tx2="dk2" accent1="accent1" accent2="accent2" accent3="accent3" accent4="accent4" accent5="accent5" accent6="accent6" hlink="hlink" folHlink="folHlink"/>
  <p:hf hd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>
            <a:spLocks noGrp="1" noRot="1" noChangeAspect="1"/>
          </p:cNvSpPr>
          <p:nvPr>
            <p:ph type="sldImg"/>
          </p:nvPr>
        </p:nvSpPr>
        <p:spPr>
          <a:xfrm>
            <a:off x="307976" y="914400"/>
            <a:ext cx="3655812" cy="2057400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25000"/>
              </a:prst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4"/>
          </p:nvPr>
        </p:nvSpPr>
        <p:spPr>
          <a:xfrm>
            <a:off x="343757" y="8718331"/>
            <a:ext cx="5087072" cy="21254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00" b="0" i="0"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© 2026 Capital Group. All rights reserved.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5"/>
          </p:nvPr>
        </p:nvSpPr>
        <p:spPr>
          <a:xfrm>
            <a:off x="5431692" y="8706339"/>
            <a:ext cx="1124557" cy="224532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lang="en-US" sz="800" b="0" i="0" smtClean="0"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fld id="{313BF4A9-858F-4D59-9EF7-6963AF44619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04801" y="254346"/>
            <a:ext cx="6217920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Regular" panose="020B0503020202020204" pitchFamily="34" charset="0"/>
                <a:ea typeface="AvenirNext LT Com Regular"/>
                <a:cs typeface="Arial" panose="020B0604020202020204" pitchFamily="34" charset="0"/>
                <a:sym typeface="AvenirNext LT Com Regular"/>
              </a:rPr>
              <a:t>Presentation title</a:t>
            </a:r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37428A4-3D2A-4F2E-851F-D9A6F8C61C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04800" y="3428999"/>
            <a:ext cx="6248400" cy="525780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/>
          <a:p>
            <a:pPr marL="216000" lvl="0" indent="-216000" algn="l" rtl="0">
              <a:lnSpc>
                <a:spcPct val="110000"/>
              </a:lnSpc>
              <a:spcAft>
                <a:spcPts val="800"/>
              </a:spcAft>
              <a:buSzPct val="110000"/>
              <a:buFont typeface="Wingdings" pitchFamily="2" charset="2"/>
              <a:buChar char="§"/>
            </a:pPr>
            <a:r>
              <a:rPr lang="en-US" dirty="0"/>
              <a:t>Click to edit Master text styles</a:t>
            </a:r>
          </a:p>
          <a:p>
            <a:pPr marL="432000" marR="0" lvl="1" indent="-216000" algn="l" defTabSz="2286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Tx/>
              <a:buSzTx/>
              <a:buFont typeface="Arial" panose="020B0604020202020204" pitchFamily="34" charset="0"/>
              <a:buChar char="–"/>
              <a:tabLst/>
            </a:pPr>
            <a:r>
              <a:rPr lang="en-US" dirty="0"/>
              <a:t>Second level</a:t>
            </a:r>
          </a:p>
          <a:p>
            <a:pPr marL="576000" marR="0" lvl="2" indent="-144000" algn="l" defTabSz="2286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ClrTx/>
              <a:buSzTx/>
              <a:buFont typeface="AvenirNext LT Com Regular"/>
              <a:buChar char="•"/>
              <a:tabLst/>
            </a:pPr>
            <a:r>
              <a:rPr lang="en-US" dirty="0"/>
              <a:t>Third level</a:t>
            </a: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6B27B754-E3DC-4263-A381-2EF622275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1752" y="546741"/>
            <a:ext cx="3383280" cy="200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lvl1pPr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  <a:lvl2pPr marL="742950" indent="-28575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2pPr>
            <a:lvl3pPr marL="11430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3pPr>
            <a:lvl4pPr marL="16002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4pPr>
            <a:lvl5pPr marL="2057400" indent="-228600" defTabSz="962025"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5pPr>
            <a:lvl6pPr marL="25146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6pPr>
            <a:lvl7pPr marL="29718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7pPr>
            <a:lvl8pPr marL="34290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8pPr>
            <a:lvl9pPr marL="3886200" indent="-228600" defTabSz="9620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9pPr>
          </a:lstStyle>
          <a:p>
            <a:pPr algn="l" eaLnBrk="1" hangingPunct="1">
              <a:defRPr/>
            </a:pPr>
            <a:r>
              <a:rPr lang="en-US" altLang="en-US" sz="13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Slide </a:t>
            </a:r>
            <a:fld id="{B44EDDEE-EE1D-49B5-A8DD-42474B6EA45C}" type="slidenum">
              <a:rPr lang="en-US" altLang="en-US" sz="1300" b="0" i="0" smtClean="0">
                <a:solidFill>
                  <a:schemeClr val="tx1"/>
                </a:solidFill>
                <a:latin typeface="AvenirNext LT Com Regular" panose="020B0503020202020204" pitchFamily="34" charset="0"/>
              </a:rPr>
              <a:pPr algn="l" eaLnBrk="1" hangingPunct="1">
                <a:defRPr/>
              </a:pPr>
              <a:t>‹#›</a:t>
            </a:fld>
            <a:endParaRPr lang="en-US" altLang="en-US" sz="1500" b="0" i="0" dirty="0">
              <a:solidFill>
                <a:schemeClr val="tx1"/>
              </a:solidFill>
              <a:latin typeface="AvenirNext LT Com Regular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97692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115888" marR="0" indent="-115888" defTabSz="228600" eaLnBrk="1" fontAlgn="auto" latinLnBrk="0" hangingPunct="1">
      <a:lnSpc>
        <a:spcPct val="100000"/>
      </a:lnSpc>
      <a:spcBef>
        <a:spcPts val="0"/>
      </a:spcBef>
      <a:spcAft>
        <a:spcPts val="600"/>
      </a:spcAft>
      <a:buClrTx/>
      <a:buSzTx/>
      <a:buFont typeface="Arial" panose="020B0604020202020204" pitchFamily="34" charset="0"/>
      <a:buChar char="•"/>
      <a:tabLst/>
      <a:defRPr lang="en-US" sz="1100" b="0" i="0" u="none" strike="noStrike" cap="none" spc="0" baseline="0" dirty="0">
        <a:ln>
          <a:noFill/>
        </a:ln>
        <a:solidFill>
          <a:srgbClr val="000000"/>
        </a:solidFill>
        <a:uFillTx/>
        <a:latin typeface="AvenirNext LT Com Regular" panose="020B0503020202020204" pitchFamily="34" charset="0"/>
        <a:ea typeface="AvenirNext LT Com Regular" panose="020B0503020202020204" pitchFamily="34" charset="0"/>
        <a:cs typeface="Arial" panose="020B0604020202020204" pitchFamily="34" charset="0"/>
        <a:sym typeface="AvenirNext LT Com Regular"/>
      </a:defRPr>
    </a:lvl1pPr>
  </p:notesStyle>
  <p:extLst>
    <p:ext uri="{620B2872-D7B9-4A21-9093-7833F8D536E1}">
      <p15:sldGuideLst xmlns:p15="http://schemas.microsoft.com/office/powerpoint/2012/main">
        <p15:guide id="2" pos="2160" userDrawn="1">
          <p15:clr>
            <a:srgbClr val="F26B43"/>
          </p15:clr>
        </p15:guide>
        <p15:guide id="3" pos="192" userDrawn="1">
          <p15:clr>
            <a:srgbClr val="F26B43"/>
          </p15:clr>
        </p15:guide>
        <p15:guide id="4" pos="4128" userDrawn="1">
          <p15:clr>
            <a:srgbClr val="F26B43"/>
          </p15:clr>
        </p15:guide>
        <p15:guide id="5" orient="horz" pos="168" userDrawn="1">
          <p15:clr>
            <a:srgbClr val="F26B43"/>
          </p15:clr>
        </p15:guide>
        <p15:guide id="6" orient="horz" pos="288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of building the full learning experience around the LTI workshop — before, during and after — and the system that delivers it.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LTI workshop deck is strong — but it began and ended in the room. No preparation before, no reinforcement after, nothing to make the learning stick.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were no pre- or post-workshop materials to inherit — which meant the freedom to design the whole journey end-to-end, with the team's guidance shaping direction throughout.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before / during / after layer, built around the existing workshop. Before: a short survey advisers complete right before the session starts. During and after: the advisor toolkit — tipsheet, steps for success, advisor talking points, and a client-facing deck — all printable and handed to advisors after the workshop. Post-workshop: a follow-up survey plus the engagement calendar tool, which sends materials out at regular touchpoints.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material maps to a moment. The pre-workshop survey establishes each adviser's starting point. The advisor toolkit — tipsheet, steps for success, talking points, client-facing deck — helps advisors continue the conversation with clients. Post-workshop, the survey and the engagement calendar sustain engagement — and the calendar is the connector: it takes the toolkit materials and sends them out across regular touchpoints.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Cue: “I’ll walk through the experience from the survey before the workshop, to the advisor materials, to the follow-up calendar.” Then switch to the live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 this is a practical consultant toolkit, ready to use as-is. It is not a stopgap: the same structure is what makes the future CI Pro migration straightforward — hosted in one place, advisors sign up, materials live there.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for questions.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BR Sapphire-Apr-tit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43BF85-9BCD-0993-052C-7F7B4F5F5153}"/>
              </a:ext>
            </a:extLst>
          </p:cNvPr>
          <p:cNvSpPr/>
          <p:nvPr userDrawn="1"/>
        </p:nvSpPr>
        <p:spPr>
          <a:xfrm>
            <a:off x="0" y="0"/>
            <a:ext cx="3058160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sym typeface="AvenirNext LT Com Regular"/>
            </a:endParaRPr>
          </a:p>
        </p:txBody>
      </p:sp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31539" y="1472277"/>
            <a:ext cx="3991953" cy="180090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accent2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30241" y="1831589"/>
            <a:ext cx="3992879" cy="119863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sz="3600" b="1" dirty="0">
                <a:solidFill>
                  <a:srgbClr val="FFFFFF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730240" y="4360867"/>
            <a:ext cx="3992880" cy="100076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accent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0089AFAA-FBE9-1713-4CDE-3DFC85EA1E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5303520"/>
            <a:ext cx="2085703" cy="1191895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hangingPunct="1"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grpSp>
        <p:nvGrpSpPr>
          <p:cNvPr id="7" name="Aperture">
            <a:extLst>
              <a:ext uri="{FF2B5EF4-FFF2-40B4-BE49-F238E27FC236}">
                <a16:creationId xmlns:a16="http://schemas.microsoft.com/office/drawing/2014/main" id="{5F760544-6194-69D0-0898-07E29871B1F3}"/>
              </a:ext>
            </a:extLst>
          </p:cNvPr>
          <p:cNvGrpSpPr/>
          <p:nvPr userDrawn="1"/>
        </p:nvGrpSpPr>
        <p:grpSpPr>
          <a:xfrm>
            <a:off x="2946400" y="0"/>
            <a:ext cx="9245600" cy="6858000"/>
            <a:chOff x="3952239" y="57969"/>
            <a:chExt cx="9245600" cy="6858000"/>
          </a:xfrm>
        </p:grpSpPr>
        <p:sp>
          <p:nvSpPr>
            <p:cNvPr id="12" name="Freeform: Shape 8">
              <a:extLst>
                <a:ext uri="{FF2B5EF4-FFF2-40B4-BE49-F238E27FC236}">
                  <a16:creationId xmlns:a16="http://schemas.microsoft.com/office/drawing/2014/main" id="{79128D62-E7AB-A43C-A2FF-3E7D1908AF02}"/>
                </a:ext>
              </a:extLst>
            </p:cNvPr>
            <p:cNvSpPr/>
            <p:nvPr userDrawn="1"/>
          </p:nvSpPr>
          <p:spPr>
            <a:xfrm>
              <a:off x="3952239" y="1168894"/>
              <a:ext cx="7110169" cy="5747075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Freeform: Shape 9">
              <a:extLst>
                <a:ext uri="{FF2B5EF4-FFF2-40B4-BE49-F238E27FC236}">
                  <a16:creationId xmlns:a16="http://schemas.microsoft.com/office/drawing/2014/main" id="{31CC4329-4ED9-7086-4D63-E04568A6993B}"/>
                </a:ext>
              </a:extLst>
            </p:cNvPr>
            <p:cNvSpPr/>
            <p:nvPr userDrawn="1"/>
          </p:nvSpPr>
          <p:spPr>
            <a:xfrm>
              <a:off x="6430944" y="57969"/>
              <a:ext cx="6766895" cy="5741569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6" name="CG Logo TM">
            <a:extLst>
              <a:ext uri="{FF2B5EF4-FFF2-40B4-BE49-F238E27FC236}">
                <a16:creationId xmlns:a16="http://schemas.microsoft.com/office/drawing/2014/main" id="{225DAC1C-26ED-AA27-030C-A7ED7E3A88E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62828"/>
            <a:ext cx="1188000" cy="10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190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White-Apr Image-Sm A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8484" y="2286000"/>
            <a:ext cx="574065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bg2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2619433"/>
            <a:ext cx="5741987" cy="136473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dirty="0">
                <a:solidFill>
                  <a:schemeClr val="tx1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/>
          </a:p>
        </p:txBody>
      </p:sp>
      <p:grpSp>
        <p:nvGrpSpPr>
          <p:cNvPr id="8" name="Aperture">
            <a:extLst>
              <a:ext uri="{FF2B5EF4-FFF2-40B4-BE49-F238E27FC236}">
                <a16:creationId xmlns:a16="http://schemas.microsoft.com/office/drawing/2014/main" id="{50C01B64-0EF6-AEC0-24AE-78AF52639D6D}"/>
              </a:ext>
            </a:extLst>
          </p:cNvPr>
          <p:cNvGrpSpPr/>
          <p:nvPr userDrawn="1"/>
        </p:nvGrpSpPr>
        <p:grpSpPr>
          <a:xfrm>
            <a:off x="0" y="0"/>
            <a:ext cx="12192000" cy="6852976"/>
            <a:chOff x="-3704283" y="-1388181"/>
            <a:chExt cx="17362284" cy="9759132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B047F0-E182-019C-5EB7-FCEBBA1E6054}"/>
                </a:ext>
              </a:extLst>
            </p:cNvPr>
            <p:cNvSpPr/>
            <p:nvPr userDrawn="1"/>
          </p:nvSpPr>
          <p:spPr>
            <a:xfrm>
              <a:off x="-3704283" y="1171267"/>
              <a:ext cx="14773000" cy="7199684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2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168E1D9-7C87-52E3-6CBA-FFB3A93A28DE}"/>
                </a:ext>
              </a:extLst>
            </p:cNvPr>
            <p:cNvSpPr/>
            <p:nvPr userDrawn="1"/>
          </p:nvSpPr>
          <p:spPr>
            <a:xfrm>
              <a:off x="6404456" y="-1388181"/>
              <a:ext cx="7253545" cy="7214968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2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3994221"/>
            <a:ext cx="5741988" cy="577779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0089AFAA-FBE9-1713-4CDE-3DFC85EA1E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5953125"/>
            <a:ext cx="5486400" cy="548640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hangingPunct="1"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sp>
        <p:nvSpPr>
          <p:cNvPr id="40" name="Online Image Placeholder 39">
            <a:extLst>
              <a:ext uri="{FF2B5EF4-FFF2-40B4-BE49-F238E27FC236}">
                <a16:creationId xmlns:a16="http://schemas.microsoft.com/office/drawing/2014/main" id="{191DC35F-955A-1B52-0473-FF7D4768FD6B}"/>
              </a:ext>
            </a:extLst>
          </p:cNvPr>
          <p:cNvSpPr>
            <a:spLocks noGrp="1" noChangeAspect="1"/>
          </p:cNvSpPr>
          <p:nvPr>
            <p:ph type="clipArt" sz="quarter" idx="18"/>
          </p:nvPr>
        </p:nvSpPr>
        <p:spPr>
          <a:xfrm>
            <a:off x="7171260" y="1865374"/>
            <a:ext cx="3136392" cy="3136393"/>
          </a:xfrm>
        </p:spPr>
        <p:txBody>
          <a:bodyPr/>
          <a:lstStyle/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1AE01D95-7693-B1EF-965C-BAC71718A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719044"/>
            <a:ext cx="2085703" cy="272686"/>
          </a:xfrm>
          <a:ln w="12700">
            <a:miter lim="400000"/>
          </a:ln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1100" dirty="0">
                <a:solidFill>
                  <a:schemeClr val="tx1"/>
                </a:solidFill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pic>
        <p:nvPicPr>
          <p:cNvPr id="6" name="CG Logo TM">
            <a:extLst>
              <a:ext uri="{FF2B5EF4-FFF2-40B4-BE49-F238E27FC236}">
                <a16:creationId xmlns:a16="http://schemas.microsoft.com/office/drawing/2014/main" id="{47CE0F52-09DD-6F83-2D80-48E96EDA5F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57200"/>
            <a:ext cx="943200" cy="855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09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vr-BR Sapphire-Apr Image-Sm A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nline Image Placeholder 39">
            <a:extLst>
              <a:ext uri="{FF2B5EF4-FFF2-40B4-BE49-F238E27FC236}">
                <a16:creationId xmlns:a16="http://schemas.microsoft.com/office/drawing/2014/main" id="{AE549A4B-F180-01A5-75A1-08EF1562B7A4}"/>
              </a:ext>
            </a:extLst>
          </p:cNvPr>
          <p:cNvSpPr>
            <a:spLocks noGrp="1" noChangeAspect="1"/>
          </p:cNvSpPr>
          <p:nvPr>
            <p:ph type="clipArt" sz="quarter" idx="18"/>
          </p:nvPr>
        </p:nvSpPr>
        <p:spPr>
          <a:xfrm>
            <a:off x="7171260" y="1865374"/>
            <a:ext cx="3136392" cy="313639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grpSp>
        <p:nvGrpSpPr>
          <p:cNvPr id="32" name="Grid" hidden="1">
            <a:extLst>
              <a:ext uri="{FF2B5EF4-FFF2-40B4-BE49-F238E27FC236}">
                <a16:creationId xmlns:a16="http://schemas.microsoft.com/office/drawing/2014/main" id="{A7718BBF-BA44-D341-9B9B-D9B86336C4D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A162ED-80C3-E566-2F53-53378E80EC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8568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79FAB2C-9175-D23B-F6B2-31D2112F801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1713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C7151B-9F47-D3BA-A841-A2F06A37C54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25695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329D75-5C15-4A09-247C-CF1AE1ACBC5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34263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B9C7909-7B50-1DA1-D5A2-027CFE46122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42716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AFAF8B-41B1-6259-FF73-87688A9EF1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128465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166AD33-1B5F-6297-11BA-DB560E1BA07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0" y="5997600"/>
              <a:ext cx="12192000" cy="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568732-5D77-7A8D-693B-76A9784064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3352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B8CCCB5-289F-C34C-73EB-9D98071258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56800" y="0"/>
              <a:ext cx="0" cy="6858000"/>
            </a:xfrm>
            <a:prstGeom prst="line">
              <a:avLst/>
            </a:prstGeom>
            <a:noFill/>
            <a:ln w="6350" cap="flat">
              <a:solidFill>
                <a:srgbClr val="FFC000"/>
              </a:solidFill>
              <a:prstDash val="dash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41" name="Text Placeholder 27">
            <a:extLst>
              <a:ext uri="{FF2B5EF4-FFF2-40B4-BE49-F238E27FC236}">
                <a16:creationId xmlns:a16="http://schemas.microsoft.com/office/drawing/2014/main" id="{D7BEC823-C298-AD4F-7871-6EC43DA7E9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8484" y="2286000"/>
            <a:ext cx="574065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baseline="0" dirty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42" name="Title">
            <a:extLst>
              <a:ext uri="{FF2B5EF4-FFF2-40B4-BE49-F238E27FC236}">
                <a16:creationId xmlns:a16="http://schemas.microsoft.com/office/drawing/2014/main" id="{9B085847-9C41-FC49-1A6A-F120747286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2619433"/>
            <a:ext cx="5741987" cy="1364738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90000"/>
              </a:lnSpc>
              <a:spcAft>
                <a:spcPts val="0"/>
              </a:spcAft>
              <a:defRPr sz="3600" b="1" dirty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/>
          </a:p>
        </p:txBody>
      </p:sp>
      <p:grpSp>
        <p:nvGrpSpPr>
          <p:cNvPr id="8" name="Aperture">
            <a:extLst>
              <a:ext uri="{FF2B5EF4-FFF2-40B4-BE49-F238E27FC236}">
                <a16:creationId xmlns:a16="http://schemas.microsoft.com/office/drawing/2014/main" id="{50C01B64-0EF6-AEC0-24AE-78AF52639D6D}"/>
              </a:ext>
            </a:extLst>
          </p:cNvPr>
          <p:cNvGrpSpPr/>
          <p:nvPr userDrawn="1"/>
        </p:nvGrpSpPr>
        <p:grpSpPr>
          <a:xfrm>
            <a:off x="0" y="0"/>
            <a:ext cx="12192000" cy="6852976"/>
            <a:chOff x="-3704283" y="-1388181"/>
            <a:chExt cx="17362284" cy="9759132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7B047F0-E182-019C-5EB7-FCEBBA1E6054}"/>
                </a:ext>
              </a:extLst>
            </p:cNvPr>
            <p:cNvSpPr/>
            <p:nvPr userDrawn="1"/>
          </p:nvSpPr>
          <p:spPr>
            <a:xfrm>
              <a:off x="-3704283" y="1171267"/>
              <a:ext cx="14773000" cy="7199684"/>
            </a:xfrm>
            <a:custGeom>
              <a:avLst/>
              <a:gdLst>
                <a:gd name="csX0" fmla="*/ 0 w 10843260"/>
                <a:gd name="csY0" fmla="*/ 0 h 5890260"/>
                <a:gd name="csX1" fmla="*/ 10843260 w 10843260"/>
                <a:gd name="csY1" fmla="*/ 0 h 5890260"/>
                <a:gd name="csX2" fmla="*/ 10843260 w 10843260"/>
                <a:gd name="csY2" fmla="*/ 5890260 h 58902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843260" h="5890260">
                  <a:moveTo>
                    <a:pt x="0" y="0"/>
                  </a:moveTo>
                  <a:lnTo>
                    <a:pt x="10843260" y="0"/>
                  </a:lnTo>
                  <a:lnTo>
                    <a:pt x="10843260" y="589026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algn="ctr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168E1D9-7C87-52E3-6CBA-FFB3A93A28DE}"/>
                </a:ext>
              </a:extLst>
            </p:cNvPr>
            <p:cNvSpPr/>
            <p:nvPr userDrawn="1"/>
          </p:nvSpPr>
          <p:spPr>
            <a:xfrm>
              <a:off x="6404456" y="-1388181"/>
              <a:ext cx="7253545" cy="7214968"/>
            </a:xfrm>
            <a:custGeom>
              <a:avLst/>
              <a:gdLst>
                <a:gd name="csX0" fmla="*/ 0 w 8280400"/>
                <a:gd name="csY0" fmla="*/ 0 h 5842000"/>
                <a:gd name="csX1" fmla="*/ 0 w 8280400"/>
                <a:gd name="csY1" fmla="*/ 5842000 h 5842000"/>
                <a:gd name="csX2" fmla="*/ 8280400 w 8280400"/>
                <a:gd name="csY2" fmla="*/ 5842000 h 5842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280400" h="5842000">
                  <a:moveTo>
                    <a:pt x="0" y="0"/>
                  </a:moveTo>
                  <a:lnTo>
                    <a:pt x="0" y="5842000"/>
                  </a:lnTo>
                  <a:lnTo>
                    <a:pt x="8280400" y="5842000"/>
                  </a:lnTo>
                </a:path>
              </a:pathLst>
            </a:custGeom>
            <a:noFill/>
            <a:ln w="139700" cap="flat">
              <a:solidFill>
                <a:schemeClr val="bg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rtlCol="0" anchor="t" anchorCtr="0">
              <a:noAutofit/>
            </a:bodyPr>
            <a:lstStyle/>
            <a:p>
              <a:pPr lvl="0"/>
              <a:endParaRPr lang="en-GB" b="0" i="0" dirty="0">
                <a:latin typeface="AvenirNext LT Com Regular" panose="020B0503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" name="Subtitle">
            <a:extLst>
              <a:ext uri="{FF2B5EF4-FFF2-40B4-BE49-F238E27FC236}">
                <a16:creationId xmlns:a16="http://schemas.microsoft.com/office/drawing/2014/main" id="{CA196BA8-9E37-DAE4-BB51-01320C83F0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200" y="3994221"/>
            <a:ext cx="5741988" cy="577779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476250" algn="l"/>
              </a:tabLst>
              <a:defRPr lang="en-US" sz="2400" b="1" i="0" dirty="0">
                <a:solidFill>
                  <a:schemeClr val="bg1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Click to edit Master text styles</a:t>
            </a:r>
          </a:p>
        </p:txBody>
      </p:sp>
      <p:pic>
        <p:nvPicPr>
          <p:cNvPr id="5" name="CG Logo TM" hidden="1">
            <a:extLst>
              <a:ext uri="{FF2B5EF4-FFF2-40B4-BE49-F238E27FC236}">
                <a16:creationId xmlns:a16="http://schemas.microsoft.com/office/drawing/2014/main" id="{7ECC2379-1EDC-8D71-6B6B-A7395594A4D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7251" y="5143426"/>
            <a:ext cx="940576" cy="853200"/>
          </a:xfrm>
          <a:prstGeom prst="rect">
            <a:avLst/>
          </a:prstGeom>
        </p:spPr>
      </p:pic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1AE01D95-7693-B1EF-965C-BAC71718AC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200" y="4719044"/>
            <a:ext cx="2085703" cy="272686"/>
          </a:xfrm>
          <a:ln w="12700">
            <a:miter lim="400000"/>
          </a:ln>
        </p:spPr>
        <p:txBody>
          <a:bodyPr wrap="square" lIns="0" tIns="0" rIns="0" bIns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1100" dirty="0">
                <a:solidFill>
                  <a:schemeClr val="bg1"/>
                </a:solidFill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pic>
        <p:nvPicPr>
          <p:cNvPr id="12" name="CG Logo TM">
            <a:extLst>
              <a:ext uri="{FF2B5EF4-FFF2-40B4-BE49-F238E27FC236}">
                <a16:creationId xmlns:a16="http://schemas.microsoft.com/office/drawing/2014/main" id="{880A1714-AAE8-10EE-BCDB-EE54648248CF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452084"/>
            <a:ext cx="943200" cy="855580"/>
          </a:xfrm>
          <a:prstGeom prst="rect">
            <a:avLst/>
          </a:prstGeom>
        </p:spPr>
      </p:pic>
      <p:sp>
        <p:nvSpPr>
          <p:cNvPr id="13" name="CG Folio">
            <a:extLst>
              <a:ext uri="{FF2B5EF4-FFF2-40B4-BE49-F238E27FC236}">
                <a16:creationId xmlns:a16="http://schemas.microsoft.com/office/drawing/2014/main" id="{31630438-0BBB-70AC-ED23-8FCE3452650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465398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_3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3081528" cy="6858000"/>
          </a:xfrm>
          <a:solidFill>
            <a:schemeClr val="tx2"/>
          </a:solidFill>
        </p:spPr>
        <p:txBody>
          <a:bodyPr wrap="square" lIns="457200" tIns="1005840" rIns="411480" bIns="914400" anchor="t" anchorCtr="0">
            <a:noAutofit/>
          </a:bodyPr>
          <a:lstStyle>
            <a:lvl1pPr>
              <a:defRPr sz="3600" b="1" i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683EF6F8-E67D-AC33-2F2B-3B12AC6611E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330575" y="1028700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A65F3D5-803B-DA98-EC19-DE4C05B326C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5" y="1485900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Body">
            <a:extLst>
              <a:ext uri="{FF2B5EF4-FFF2-40B4-BE49-F238E27FC236}">
                <a16:creationId xmlns:a16="http://schemas.microsoft.com/office/drawing/2014/main" id="{1519ED1E-062F-8DFF-99C0-F63DD52E905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330575" y="2282711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Body">
            <a:extLst>
              <a:ext uri="{FF2B5EF4-FFF2-40B4-BE49-F238E27FC236}">
                <a16:creationId xmlns:a16="http://schemas.microsoft.com/office/drawing/2014/main" id="{79BF0109-E535-576A-4A5F-15105FBF529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330575" y="2743875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77B587C3-EB98-6569-8A1D-031F138CCDD2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330575" y="3547901"/>
            <a:ext cx="7670800" cy="369012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Body">
            <a:extLst>
              <a:ext uri="{FF2B5EF4-FFF2-40B4-BE49-F238E27FC236}">
                <a16:creationId xmlns:a16="http://schemas.microsoft.com/office/drawing/2014/main" id="{63AA1D3C-9D06-FF09-BB38-E02FD767EB5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330575" y="4012357"/>
            <a:ext cx="7670800" cy="245965"/>
          </a:xfrm>
        </p:spPr>
        <p:txBody>
          <a:bodyPr wrap="square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7">
            <a:extLst>
              <a:ext uri="{FF2B5EF4-FFF2-40B4-BE49-F238E27FC236}">
                <a16:creationId xmlns:a16="http://schemas.microsoft.com/office/drawing/2014/main" id="{D3EBDB64-304A-BFEC-9738-355CE84180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1" y="5600700"/>
            <a:ext cx="2155370" cy="894715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lnSpc>
                <a:spcPct val="100000"/>
              </a:lnSpc>
              <a:spcAft>
                <a:spcPts val="300"/>
              </a:spcAft>
              <a:def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2634621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Body-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993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sz="1400"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Eyebrow - Slide (BtSap)">
            <a:extLst>
              <a:ext uri="{FF2B5EF4-FFF2-40B4-BE49-F238E27FC236}">
                <a16:creationId xmlns:a16="http://schemas.microsoft.com/office/drawing/2014/main" id="{5F373C4C-70C9-2855-C551-8396DFC0F8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8875" y="306475"/>
            <a:ext cx="5637125" cy="146957"/>
          </a:xfrm>
        </p:spPr>
        <p:txBody>
          <a:bodyPr wrap="square" anchor="t" anchorCtr="0">
            <a:noAutofit/>
          </a:bodyPr>
          <a:lstStyle>
            <a:lvl1pPr>
              <a:spcAft>
                <a:spcPts val="0"/>
              </a:spcAft>
              <a:defRPr sz="1000" b="1" i="0" cap="all" spc="25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9316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Subtitle-Body-Eyebrow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993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baseline="0" smtClean="0">
                <a:solidFill>
                  <a:schemeClr val="accent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marL="0" lvl="0" indent="0">
              <a:spcAft>
                <a:spcPts val="0"/>
              </a:spcAft>
              <a:buFontTx/>
              <a:buNone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14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sz="14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Eyebrow - Slide (BtSap)">
            <a:extLst>
              <a:ext uri="{FF2B5EF4-FFF2-40B4-BE49-F238E27FC236}">
                <a16:creationId xmlns:a16="http://schemas.microsoft.com/office/drawing/2014/main" id="{5F373C4C-70C9-2855-C551-8396DFC0F80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8875" y="306475"/>
            <a:ext cx="5637125" cy="146957"/>
          </a:xfrm>
        </p:spPr>
        <p:txBody>
          <a:bodyPr wrap="square" anchor="t" anchorCtr="0">
            <a:noAutofit/>
          </a:bodyPr>
          <a:lstStyle>
            <a:lvl1pPr>
              <a:spcAft>
                <a:spcPts val="0"/>
              </a:spcAft>
              <a:defRPr sz="1000" b="1" i="0" cap="all" spc="250" baseline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998929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2Col-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dirty="0"/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2514600"/>
            <a:ext cx="5529263" cy="30861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D88880D-BEBF-39F3-DD70-E88549CF2D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03950" y="2514600"/>
            <a:ext cx="5529263" cy="3086100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sz="1400"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A728AE9-DD94-D956-8DA4-BD298E7F718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1028700"/>
            <a:ext cx="11276014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7" name="Slide Number (Black)">
            <a:extLst>
              <a:ext uri="{FF2B5EF4-FFF2-40B4-BE49-F238E27FC236}">
                <a16:creationId xmlns:a16="http://schemas.microsoft.com/office/drawing/2014/main" id="{CB74FA71-C096-099B-7E9B-165576791E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8" name="Footer Placeholder 1">
            <a:extLst>
              <a:ext uri="{FF2B5EF4-FFF2-40B4-BE49-F238E27FC236}">
                <a16:creationId xmlns:a16="http://schemas.microsoft.com/office/drawing/2014/main" id="{A29E61C7-36F2-C267-A73E-C066C63B17A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033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-Text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0575" y="457200"/>
            <a:ext cx="8392432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3086100" cy="6858000"/>
          </a:xfrm>
          <a:solidFill>
            <a:schemeClr val="bg2"/>
          </a:solidFill>
        </p:spPr>
        <p:txBody>
          <a:bodyPr lIns="457200" tIns="1490472" rIns="228600" bIns="180000">
            <a:noAutofit/>
          </a:bodyPr>
          <a:lstStyle>
            <a:lvl1pPr marL="9525" indent="0">
              <a:spcBef>
                <a:spcPts val="0"/>
              </a:spcBef>
              <a:spcAft>
                <a:spcPts val="800"/>
              </a:spcAft>
              <a:buClrTx/>
              <a:buFont typeface="AvenirNext LT Com Medium" panose="020B0803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9525" indent="0"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2pPr>
            <a:lvl3pPr marL="9525" indent="0"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  <a:tabLst/>
              <a:defRPr sz="1600"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816FD5B-C290-236F-C788-C3E7B071DDE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5" y="1489143"/>
            <a:ext cx="8402638" cy="4781482"/>
          </a:xfrm>
        </p:spPr>
        <p:txBody>
          <a:bodyPr wrap="square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7D5AA828-0DEF-FE28-6DA5-8B25BED2E0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30575" y="1028700"/>
            <a:ext cx="8402638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3" name="CG Folio">
            <a:extLst>
              <a:ext uri="{FF2B5EF4-FFF2-40B4-BE49-F238E27FC236}">
                <a16:creationId xmlns:a16="http://schemas.microsoft.com/office/drawing/2014/main" id="{588F438B-30CA-D794-1ED4-0D9B533360CD}"/>
              </a:ext>
            </a:extLst>
          </p:cNvPr>
          <p:cNvSpPr txBox="1">
            <a:spLocks/>
          </p:cNvSpPr>
          <p:nvPr userDrawn="1"/>
        </p:nvSpPr>
        <p:spPr>
          <a:xfrm>
            <a:off x="3332241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5" name="Footnotes (fullpage)">
            <a:extLst>
              <a:ext uri="{FF2B5EF4-FFF2-40B4-BE49-F238E27FC236}">
                <a16:creationId xmlns:a16="http://schemas.microsoft.com/office/drawing/2014/main" id="{F507A498-4D24-8241-0D73-7316A7695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0575" y="6006856"/>
            <a:ext cx="8402638" cy="266759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algn="l">
              <a:lnSpc>
                <a:spcPct val="100000"/>
              </a:lnSpc>
              <a:spcAft>
                <a:spcPts val="300"/>
              </a:spcAft>
              <a:defRPr lang="en-US" sz="800" b="0" i="0" spc="0" baseline="0" dirty="0">
                <a:solidFill>
                  <a:schemeClr val="tx1"/>
                </a:solidFill>
                <a:latin typeface="AvenirNext LT Com Regular" panose="020B0503020202020204" pitchFamily="34" charset="0"/>
                <a:ea typeface="AvenirNext LT Com Regular" panose="020B0503020202020204" pitchFamily="34" charset="0"/>
                <a:cs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7281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Data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6DF10B-4C4F-4661-0347-55EDB00912E0}"/>
              </a:ext>
            </a:extLst>
          </p:cNvPr>
          <p:cNvSpPr/>
          <p:nvPr userDrawn="1"/>
        </p:nvSpPr>
        <p:spPr>
          <a:xfrm>
            <a:off x="0" y="0"/>
            <a:ext cx="3086100" cy="6858000"/>
          </a:xfrm>
          <a:prstGeom prst="rect">
            <a:avLst/>
          </a:prstGeom>
          <a:solidFill>
            <a:schemeClr val="accent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8416" y="457200"/>
            <a:ext cx="8402639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latin typeface="AvenirNext LT Com Medium" panose="020B0503020202020204" pitchFamily="34" charset="0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3328416" y="6054291"/>
            <a:ext cx="8410575" cy="216335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816FD5B-C290-236F-C788-C3E7B071DDE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30574" y="1485901"/>
            <a:ext cx="8400479" cy="4566556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 dirty="0"/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lang="en-US" dirty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1FEA8F0-266A-CAA5-8B35-1C948A43485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57200" y="1422401"/>
            <a:ext cx="2362200" cy="409574"/>
          </a:xfrm>
        </p:spPr>
        <p:txBody>
          <a:bodyPr>
            <a:no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ClrTx/>
              <a:buFont typeface="Arial" panose="020B0604020202020204" pitchFamily="34" charset="0"/>
              <a:buNone/>
              <a:tabLst/>
              <a:defRPr sz="2800" b="1" i="0" baseline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55CF502-2CEE-009C-3758-949CFC0EB1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7200" y="1843404"/>
            <a:ext cx="2359152" cy="442596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Font typeface="AvenirNext LT Com Medium" panose="020B0803020202020204" pitchFamily="34" charset="0"/>
              <a:buNone/>
              <a:tabLst/>
              <a:defRPr sz="1400" b="1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87065EA-AC38-F95F-5874-10ED67198D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8416" y="1028699"/>
            <a:ext cx="8402638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9" name="CG Folio">
            <a:extLst>
              <a:ext uri="{FF2B5EF4-FFF2-40B4-BE49-F238E27FC236}">
                <a16:creationId xmlns:a16="http://schemas.microsoft.com/office/drawing/2014/main" id="{EE42EA14-A34E-3E58-FF04-85E35691DCBB}"/>
              </a:ext>
            </a:extLst>
          </p:cNvPr>
          <p:cNvSpPr txBox="1">
            <a:spLocks/>
          </p:cNvSpPr>
          <p:nvPr userDrawn="1"/>
        </p:nvSpPr>
        <p:spPr>
          <a:xfrm>
            <a:off x="3321423" y="6309360"/>
            <a:ext cx="2665039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03295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LGrayBox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08" y="457200"/>
            <a:ext cx="11268606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solidFill>
                  <a:schemeClr val="tx2"/>
                </a:solidFill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64607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AD52B6C-42BA-675C-BCD5-E1DC2A727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4608" y="1028699"/>
            <a:ext cx="11268606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67142AE-9F5D-43A1-87C6-7AAF80CC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5952241"/>
            <a:ext cx="11276013" cy="31838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6" name="Body">
            <a:extLst>
              <a:ext uri="{FF2B5EF4-FFF2-40B4-BE49-F238E27FC236}">
                <a16:creationId xmlns:a16="http://schemas.microsoft.com/office/drawing/2014/main" id="{1286E209-2E70-0671-25D1-7595CCE4BAE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9003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ody">
            <a:extLst>
              <a:ext uri="{FF2B5EF4-FFF2-40B4-BE49-F238E27FC236}">
                <a16:creationId xmlns:a16="http://schemas.microsoft.com/office/drawing/2014/main" id="{DB62405B-C312-2B61-7644-F2FCD7AF88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53400" y="1805940"/>
            <a:ext cx="3566160" cy="3566160"/>
          </a:xfrm>
          <a:solidFill>
            <a:schemeClr val="accent3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6489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BRSapphBox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ody">
            <a:extLst>
              <a:ext uri="{FF2B5EF4-FFF2-40B4-BE49-F238E27FC236}">
                <a16:creationId xmlns:a16="http://schemas.microsoft.com/office/drawing/2014/main" id="{A2910F7D-E709-868B-C70D-C893E79D6292}"/>
              </a:ext>
            </a:extLst>
          </p:cNvPr>
          <p:cNvSpPr>
            <a:spLocks noGrp="1" noChangeAspect="1"/>
          </p:cNvSpPr>
          <p:nvPr>
            <p:ph type="body" sz="quarter" idx="25"/>
          </p:nvPr>
        </p:nvSpPr>
        <p:spPr>
          <a:xfrm>
            <a:off x="816705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5C3F1A41-9BF8-58D2-81E4-2938A6C50076}"/>
              </a:ext>
            </a:extLst>
          </p:cNvPr>
          <p:cNvSpPr>
            <a:spLocks noGrp="1" noChangeAspect="1"/>
          </p:cNvSpPr>
          <p:nvPr>
            <p:ph type="body" sz="quarter" idx="24"/>
          </p:nvPr>
        </p:nvSpPr>
        <p:spPr>
          <a:xfrm>
            <a:off x="431473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1"/>
            <a:ext cx="11234738" cy="571500"/>
          </a:xfrm>
        </p:spPr>
        <p:txBody>
          <a:bodyPr wrap="square"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5952241"/>
            <a:ext cx="11276013" cy="318384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9FA75EB-B0CA-C85D-94FB-CB491F3B9B69}"/>
              </a:ext>
            </a:extLst>
          </p:cNvPr>
          <p:cNvSpPr>
            <a:spLocks noGrp="1" noChangeAspect="1"/>
          </p:cNvSpPr>
          <p:nvPr>
            <p:ph type="body" sz="quarter" idx="23"/>
          </p:nvPr>
        </p:nvSpPr>
        <p:spPr>
          <a:xfrm>
            <a:off x="462413" y="1805940"/>
            <a:ext cx="3566160" cy="3566160"/>
          </a:xfrm>
          <a:solidFill>
            <a:schemeClr val="bg2"/>
          </a:solidFill>
        </p:spPr>
        <p:txBody>
          <a:bodyPr lIns="180000" tIns="180000" rIns="180000" bIns="180000" anchor="ctr" anchorCtr="0">
            <a:noAutofit/>
          </a:bodyPr>
          <a:lstStyle>
            <a:lvl1pPr marL="0" indent="0" algn="ctr">
              <a:spcBef>
                <a:spcPts val="0"/>
              </a:spcBef>
              <a:buClrTx/>
              <a:buFont typeface="AvenirNext LT Com Medium" panose="020B0803020202020204" pitchFamily="34" charset="0"/>
              <a:buNone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Char char="•"/>
              <a:defRPr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13BA8D97-BABE-E8AB-71E9-46048F5B5E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700"/>
            <a:ext cx="1127601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291753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L-Title-1Line-Text-1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CF735E78-445B-921D-014C-093B0A2CE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59436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Lhorz1/2)"/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-1" y="0"/>
            <a:ext cx="5943600" cy="6858000"/>
          </a:xfrm>
          <a:solidFill>
            <a:schemeClr val="bg2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99188" y="457200"/>
            <a:ext cx="5534025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kumimoji="0" lang="en-US" sz="28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pPr lvl="0" fontAlgn="auto"/>
            <a:r>
              <a:rPr lang="en-US" dirty="0"/>
              <a:t>Title text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99188" y="1485900"/>
            <a:ext cx="5548312" cy="41148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/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lang="en-US" dirty="0"/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9DA510F6-8DD3-09F8-BAAC-C0662318F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9187" y="1028700"/>
            <a:ext cx="5534025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BD9F10-B08C-E8E6-67D7-688E57F0EA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199188" y="6015789"/>
            <a:ext cx="5534025" cy="254837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CG Folio">
            <a:extLst>
              <a:ext uri="{FF2B5EF4-FFF2-40B4-BE49-F238E27FC236}">
                <a16:creationId xmlns:a16="http://schemas.microsoft.com/office/drawing/2014/main" id="{C170203D-EC42-F46D-DEAE-E820B73FB77B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129899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R-Title-2Line-Text-1Col-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199"/>
            <a:ext cx="5529263" cy="936885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407536"/>
            <a:ext cx="5529263" cy="269488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2023672"/>
            <a:ext cx="5529263" cy="3577028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552926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248400" y="0"/>
            <a:ext cx="5943600" cy="6858000"/>
          </a:xfrm>
          <a:prstGeom prst="rect">
            <a:avLst/>
          </a:prstGeom>
          <a:solidFill>
            <a:schemeClr val="tx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6248400" y="0"/>
            <a:ext cx="5943600" cy="6858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3670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-Subtitle-Body-Eyebrow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200"/>
            <a:ext cx="5529263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028700"/>
            <a:ext cx="5529263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1485900"/>
            <a:ext cx="5529263" cy="41148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552926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248400" y="0"/>
            <a:ext cx="59436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6"/>
          </p:nvPr>
        </p:nvSpPr>
        <p:spPr>
          <a:xfrm>
            <a:off x="6248400" y="0"/>
            <a:ext cx="5943600" cy="6858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7204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Subtitle-4list-dar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457200"/>
            <a:ext cx="11276015" cy="571500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1028700"/>
            <a:ext cx="11276015" cy="228600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8" y="6006856"/>
            <a:ext cx="11276015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A6D73786-580D-5BC4-F208-22E7FF199A2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64607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B4CF303A-7CA7-DD52-7E61-0FB664A4EEE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8688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DF141B29-A6F2-A186-72C3-8AC3B2D07B5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212769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423A405-89B9-6FD5-1727-54209EE8915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86850" y="1562100"/>
            <a:ext cx="2613660" cy="4114800"/>
          </a:xfrm>
          <a:solidFill>
            <a:schemeClr val="accent2"/>
          </a:solidFill>
        </p:spPr>
        <p:txBody>
          <a:bodyPr wrap="square"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321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LGreyBoxText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8086"/>
            <a:ext cx="11234738" cy="560614"/>
          </a:xfrm>
        </p:spPr>
        <p:txBody>
          <a:bodyPr anchor="t" anchorCtr="0">
            <a:noAutofit/>
          </a:bodyPr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562100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B47ADF9C-CA8E-6640-06B1-D363D1B60A9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34738" cy="2286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2EA4C543-5FF0-641A-11FC-7B99F52C6D6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F50AFFCF-D0E1-90F8-ABDF-6D5DC20A4F3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0755" y="1562100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B6EB626D-2525-B9C3-6C1E-CDBD03ED11E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57200" y="3877056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Body">
            <a:extLst>
              <a:ext uri="{FF2B5EF4-FFF2-40B4-BE49-F238E27FC236}">
                <a16:creationId xmlns:a16="http://schemas.microsoft.com/office/drawing/2014/main" id="{8F49C068-1A10-0B02-D5F0-1DF2337FB98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210755" y="3877056"/>
            <a:ext cx="5522458" cy="2057400"/>
          </a:xfrm>
          <a:solidFill>
            <a:schemeClr val="accent3"/>
          </a:solidFill>
        </p:spPr>
        <p:txBody>
          <a:bodyPr lIns="180000" tIns="180000" rIns="180000" bIns="1800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16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b="0" i="0" baseline="0">
                <a:latin typeface="AvenirNext LT Com Regular" panose="020B0503020202020204" pitchFamily="34" charset="0"/>
              </a:defRPr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b="0" i="0" baseline="0">
                <a:latin typeface="AvenirNext LT Com Regular" panose="020B0503020202020204" pitchFamily="34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27170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T-Title-1Line-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CF735E78-445B-921D-014C-093B0A2CE612}"/>
              </a:ext>
            </a:extLst>
          </p:cNvPr>
          <p:cNvSpPr>
            <a:spLocks/>
          </p:cNvSpPr>
          <p:nvPr userDrawn="1"/>
        </p:nvSpPr>
        <p:spPr>
          <a:xfrm>
            <a:off x="-2" y="0"/>
            <a:ext cx="12192001" cy="2286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Lhorz1/2)"/>
          <p:cNvSpPr>
            <a:spLocks noGrp="1"/>
          </p:cNvSpPr>
          <p:nvPr>
            <p:ph type="pic" sz="quarter" idx="16"/>
          </p:nvPr>
        </p:nvSpPr>
        <p:spPr>
          <a:xfrm>
            <a:off x="-2" y="0"/>
            <a:ext cx="12192002" cy="2286000"/>
          </a:xfrm>
          <a:solidFill>
            <a:schemeClr val="bg2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1" y="2514600"/>
            <a:ext cx="11276012" cy="488482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 fontAlgn="auto"/>
            <a:r>
              <a:rPr lang="en-US" dirty="0"/>
              <a:t>Title text</a:t>
            </a:r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1" y="3543300"/>
            <a:ext cx="11276012" cy="2057400"/>
          </a:xfrm>
          <a:ln w="12700">
            <a:miter lim="400000"/>
          </a:ln>
        </p:spPr>
        <p:txBody>
          <a:bodyPr wrap="square" lIns="0" tIns="0" rIns="0" bIns="0" numCol="3" spcCol="2286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b="1" dirty="0"/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Char char="–"/>
              <a:defRPr lang="en-US" b="1"/>
            </a:lvl2pPr>
            <a:lvl3pPr marL="576000" indent="-144000">
              <a:spcBef>
                <a:spcPts val="0"/>
              </a:spcBef>
              <a:buClrTx/>
              <a:buFont typeface="AvenirNext LT Com Regular"/>
              <a:buChar char="•"/>
              <a:defRPr lang="en-US" b="1" dirty="0"/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9DA510F6-8DD3-09F8-BAAC-C0662318F3B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7199" y="3012948"/>
            <a:ext cx="11276013" cy="301752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BD9F10-B08C-E8E6-67D7-688E57F0EA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5986915"/>
            <a:ext cx="11276013" cy="283712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7491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T-Title-1Line-Text-3Col_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(2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8" y="2514601"/>
            <a:ext cx="11276015" cy="478856"/>
          </a:xfrm>
        </p:spPr>
        <p:txBody>
          <a:bodyPr wrap="square" lIns="0" tIns="0" rIns="0" bIns="0" anchor="t" anchorCtr="0">
            <a:noAutofit/>
          </a:bodyPr>
          <a:lstStyle>
            <a:lvl1pPr>
              <a:defRPr lang="en-US" b="1" i="0" dirty="0">
                <a:solidFill>
                  <a:schemeClr val="bg1"/>
                </a:solidFill>
                <a:latin typeface="AvenirNext LT Com Medium" panose="020B0503020202020204" pitchFamily="34" charset="0"/>
              </a:defRPr>
            </a:lvl1pPr>
          </a:lstStyle>
          <a:p>
            <a:pPr lvl="0" fontAlgn="auto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ubtitle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8" y="3018743"/>
            <a:ext cx="11276015" cy="301752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accent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198" y="3543301"/>
            <a:ext cx="11276015" cy="2057400"/>
          </a:xfrm>
          <a:ln w="12700">
            <a:miter lim="400000"/>
          </a:ln>
        </p:spPr>
        <p:txBody>
          <a:bodyPr wrap="square" lIns="0" tIns="0" rIns="0" bIns="0" numCol="3" spcCol="228600" anchor="t" anchorCtr="0">
            <a:noAutofit/>
          </a:bodyPr>
          <a:lstStyle>
            <a:lvl1pPr marL="216000" indent="-216000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lang="en-US" b="1">
                <a:solidFill>
                  <a:schemeClr val="bg1"/>
                </a:solidFill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lang="en-US" b="1" dirty="0">
                <a:solidFill>
                  <a:schemeClr val="bg1"/>
                </a:solidFill>
              </a:defRPr>
            </a:lvl2pPr>
            <a:lvl3pPr marL="576000" indent="-144000">
              <a:spcBef>
                <a:spcPts val="0"/>
              </a:spcBef>
              <a:buFont typeface="AvenirNext LT Com Regular"/>
              <a:buChar char="•"/>
              <a:defRPr lang="en-US" b="1" dirty="0">
                <a:solidFill>
                  <a:schemeClr val="bg1"/>
                </a:solidFill>
              </a:defRPr>
            </a:lvl3pPr>
          </a:lstStyle>
          <a:p>
            <a:pPr marL="216000" lvl="0" indent="-216000">
              <a:buSzPct val="110000"/>
              <a:buFont typeface="Wingdings" pitchFamily="2" charset="2"/>
              <a:buChar char="§"/>
            </a:pPr>
            <a:r>
              <a:rPr lang="en-US"/>
              <a:t>Click to edit Master text styles</a:t>
            </a:r>
          </a:p>
          <a:p>
            <a:pPr marL="216000" lvl="1" indent="-216000">
              <a:buSzPct val="110000"/>
              <a:buFont typeface="Wingdings" pitchFamily="2" charset="2"/>
              <a:buChar char="§"/>
            </a:pPr>
            <a:r>
              <a:rPr lang="en-US"/>
              <a:t>Second level</a:t>
            </a:r>
          </a:p>
          <a:p>
            <a:pPr marL="216000" lvl="2" indent="-216000">
              <a:buSzPct val="110000"/>
              <a:buFont typeface="Wingdings" pitchFamily="2" charset="2"/>
              <a:buChar char="§"/>
            </a:pPr>
            <a:r>
              <a:rPr lang="en-US"/>
              <a:t>Third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647C31B-BE7D-9000-3901-1B57DAF2730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197" y="5948413"/>
            <a:ext cx="11276015" cy="325202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48DA917-132C-ACDA-4762-F50163CD1091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Photo Fill BrSap (Lhorz1/2)">
            <a:extLst>
              <a:ext uri="{FF2B5EF4-FFF2-40B4-BE49-F238E27FC236}">
                <a16:creationId xmlns:a16="http://schemas.microsoft.com/office/drawing/2014/main" id="{54733099-9783-FDB4-1945-036BC0C3C2E5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12192000" cy="2286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Photo Placeholder (Lhorz1/2)">
            <a:extLst>
              <a:ext uri="{FF2B5EF4-FFF2-40B4-BE49-F238E27FC236}">
                <a16:creationId xmlns:a16="http://schemas.microsoft.com/office/drawing/2014/main" id="{CEBA125A-62DD-B552-C790-CBC1E7492C2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2286000"/>
          </a:xfrm>
          <a:solidFill>
            <a:schemeClr val="bg1"/>
          </a:solidFill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72756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-Photo-BR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hoto Fill BrSap (Rhorz1/2)">
            <a:extLst>
              <a:ext uri="{FF2B5EF4-FFF2-40B4-BE49-F238E27FC236}">
                <a16:creationId xmlns:a16="http://schemas.microsoft.com/office/drawing/2014/main" id="{08DA32AF-5AFA-B6BF-163B-3562C70ECDD6}"/>
              </a:ext>
            </a:extLst>
          </p:cNvPr>
          <p:cNvSpPr>
            <a:spLocks/>
          </p:cNvSpPr>
          <p:nvPr userDrawn="1"/>
        </p:nvSpPr>
        <p:spPr>
          <a:xfrm>
            <a:off x="8201025" y="0"/>
            <a:ext cx="3990976" cy="68580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6" name="Photo Placeholder (Rhorz1/2)"/>
          <p:cNvSpPr>
            <a:spLocks noGrp="1"/>
          </p:cNvSpPr>
          <p:nvPr>
            <p:ph type="pic" sz="quarter" idx="16"/>
          </p:nvPr>
        </p:nvSpPr>
        <p:spPr>
          <a:xfrm>
            <a:off x="8201025" y="0"/>
            <a:ext cx="3990974" cy="6858000"/>
          </a:xfrm>
        </p:spPr>
        <p:txBody>
          <a:bodyPr anchor="t" anchorCtr="1">
            <a:noAutofit/>
          </a:bodyPr>
          <a:lstStyle>
            <a:lvl1pPr marL="0" indent="0">
              <a:buNone/>
              <a:defRPr b="0" i="0">
                <a:latin typeface="AvenirNext LT Com Regular" panose="020B0503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9B636806-2552-D297-5C24-EC0BF7DF64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84274" y="1028700"/>
            <a:ext cx="6370956" cy="2286000"/>
          </a:xfrm>
        </p:spPr>
        <p:txBody>
          <a:bodyPr anchor="b" anchorCtr="0"/>
          <a:lstStyle>
            <a:lvl1pPr marL="9525" indent="-9525">
              <a:spcBef>
                <a:spcPts val="0"/>
              </a:spcBef>
              <a:spcAft>
                <a:spcPts val="0"/>
              </a:spcAft>
              <a:buClrTx/>
              <a:buFont typeface="AvenirNext LT Com Medium" panose="020B0803020202020204" pitchFamily="34" charset="0"/>
              <a:buNone/>
              <a:tabLst/>
              <a:defRPr sz="3600" b="0" i="0" baseline="0">
                <a:solidFill>
                  <a:schemeClr val="bg1"/>
                </a:solidFill>
                <a:latin typeface="AvenirNext LT Com Medium" panose="020B08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BD74D854-282E-329A-D120-00C72856E53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1" y="5975862"/>
            <a:ext cx="6472238" cy="294763"/>
          </a:xfrm>
        </p:spPr>
        <p:txBody>
          <a:bodyPr wrap="square">
            <a:noAutofit/>
          </a:bodyPr>
          <a:lstStyle>
            <a:lvl1pPr>
              <a:lnSpc>
                <a:spcPct val="100000"/>
              </a:lnSpc>
              <a:defRPr b="0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5" name="Body">
            <a:extLst>
              <a:ext uri="{FF2B5EF4-FFF2-40B4-BE49-F238E27FC236}">
                <a16:creationId xmlns:a16="http://schemas.microsoft.com/office/drawing/2014/main" id="{5D53989E-1B29-7ADC-C0C9-537FB182EC6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184273" y="3600450"/>
            <a:ext cx="6370956" cy="14859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spcAft>
                <a:spcPts val="0"/>
              </a:spcAft>
              <a:buClrTx/>
              <a:buFont typeface="AvenirNext LT Com Medium" panose="020B0803020202020204" pitchFamily="34" charset="0"/>
              <a:buNone/>
              <a:tabLst/>
              <a:defRPr sz="16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 useBgFill="1">
        <p:nvSpPr>
          <p:cNvPr id="7" name="CG Folio">
            <a:extLst>
              <a:ext uri="{FF2B5EF4-FFF2-40B4-BE49-F238E27FC236}">
                <a16:creationId xmlns:a16="http://schemas.microsoft.com/office/drawing/2014/main" id="{AB3974E5-AE03-4757-9D30-B36EF41C2D86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4" name="Slide Number (White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3945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ullets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89245" y="1485900"/>
            <a:ext cx="6171965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bg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89246" y="1682255"/>
            <a:ext cx="9150104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889245" y="5931876"/>
            <a:ext cx="10843967" cy="341739"/>
          </a:xfrm>
        </p:spPr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89245" y="3336747"/>
            <a:ext cx="9150104" cy="2013306"/>
          </a:xfrm>
        </p:spPr>
        <p:txBody>
          <a:bodyPr/>
          <a:lstStyle>
            <a:lvl1pPr marL="295275" indent="-280988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2400" b="1" i="0" baseline="0">
                <a:solidFill>
                  <a:schemeClr val="tx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78DBC9-5B81-85CB-E183-04301D31D66E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1440" tIns="91440" rIns="91440" bIns="91440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16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AvenirNext LT Com Regular" panose="020B0503020202020204" pitchFamily="34" charset="0"/>
              <a:cs typeface="Arial" panose="020B0604020202020204" pitchFamily="34" charset="0"/>
              <a:sym typeface="AvenirNext LT Com Regular"/>
            </a:endParaRPr>
          </a:p>
        </p:txBody>
      </p:sp>
      <p:sp>
        <p:nvSpPr>
          <p:cNvPr id="8" name="CG Folio">
            <a:extLst>
              <a:ext uri="{FF2B5EF4-FFF2-40B4-BE49-F238E27FC236}">
                <a16:creationId xmlns:a16="http://schemas.microsoft.com/office/drawing/2014/main" id="{A92D7A3F-F7FD-2A89-6EA6-ADF6D7B5FC40}"/>
              </a:ext>
            </a:extLst>
          </p:cNvPr>
          <p:cNvSpPr txBox="1">
            <a:spLocks/>
          </p:cNvSpPr>
          <p:nvPr userDrawn="1"/>
        </p:nvSpPr>
        <p:spPr>
          <a:xfrm>
            <a:off x="879475" y="6309360"/>
            <a:ext cx="5719797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3114271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steps-BrSa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0">
            <a:extLst>
              <a:ext uri="{FF2B5EF4-FFF2-40B4-BE49-F238E27FC236}">
                <a16:creationId xmlns:a16="http://schemas.microsoft.com/office/drawing/2014/main" id="{1283CCE7-0016-6B01-D7E1-D847B23090B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485900"/>
            <a:ext cx="5966371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1682255"/>
            <a:ext cx="9582150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G Folio">
            <a:extLst>
              <a:ext uri="{FF2B5EF4-FFF2-40B4-BE49-F238E27FC236}">
                <a16:creationId xmlns:a16="http://schemas.microsoft.com/office/drawing/2014/main" id="{F61054C4-E543-9AE6-07E5-0119054B3312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3336747"/>
            <a:ext cx="9582150" cy="2013306"/>
          </a:xfrm>
        </p:spPr>
        <p:txBody>
          <a:bodyPr/>
          <a:lstStyle>
            <a:lvl1pPr marL="295275" indent="-280988">
              <a:spcBef>
                <a:spcPts val="0"/>
              </a:spcBef>
              <a:buClrTx/>
              <a:buSzPct val="110000"/>
              <a:buFont typeface="Wingdings" pitchFamily="2" charset="2"/>
              <a:buChar char="§"/>
              <a:tabLst/>
              <a:defRPr sz="2400" b="1" i="0" baseline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508954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DkSap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7">
            <a:extLst>
              <a:ext uri="{FF2B5EF4-FFF2-40B4-BE49-F238E27FC236}">
                <a16:creationId xmlns:a16="http://schemas.microsoft.com/office/drawing/2014/main" id="{5630F126-6F64-9744-1757-386576EF04F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485900"/>
            <a:ext cx="5966371" cy="184666"/>
          </a:xfr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>
              <a:defRPr lang="en-GB" sz="1000" b="1" i="0" cap="all" spc="200" dirty="0">
                <a:solidFill>
                  <a:schemeClr val="accent2"/>
                </a:solidFill>
                <a:latin typeface="AvenirNext LT Com Medium" panose="020B0503020202020204" pitchFamily="34" charset="0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dirty="0"/>
              <a:t>CLICK TO EDIT MASTER TEXT STYLES</a:t>
            </a:r>
            <a:endParaRPr lang="en-GB" dirty="0"/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4FBFF53-8079-8961-F4A8-4635620B6C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1" y="1682255"/>
            <a:ext cx="9582150" cy="1632445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>
              <a:lnSpc>
                <a:spcPct val="95000"/>
              </a:lnSpc>
              <a:spcAft>
                <a:spcPts val="0"/>
              </a:spcAft>
              <a:defRPr kumimoji="0" sz="4000" b="1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AvenirNext LT Com Medium" panose="020B0503020202020204" pitchFamily="34" charset="0"/>
                <a:ea typeface="+mn-ea"/>
                <a:cs typeface="+mn-cs"/>
                <a:sym typeface="AvenirNext LT Com Regular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F0F2654C-38A5-9FD9-F703-93EBE3DD5686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457200" y="6006856"/>
            <a:ext cx="11276013" cy="266759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G Folio">
            <a:extLst>
              <a:ext uri="{FF2B5EF4-FFF2-40B4-BE49-F238E27FC236}">
                <a16:creationId xmlns:a16="http://schemas.microsoft.com/office/drawing/2014/main" id="{F61054C4-E543-9AE6-07E5-0119054B3312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bg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11" name="Slide Number (Black)">
            <a:extLst>
              <a:ext uri="{FF2B5EF4-FFF2-40B4-BE49-F238E27FC236}">
                <a16:creationId xmlns:a16="http://schemas.microsoft.com/office/drawing/2014/main" id="{8E6702B6-CC3A-691B-39AE-DE73187C5F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807575" y="6309360"/>
            <a:ext cx="1925638" cy="182880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4" name="Body">
            <a:extLst>
              <a:ext uri="{FF2B5EF4-FFF2-40B4-BE49-F238E27FC236}">
                <a16:creationId xmlns:a16="http://schemas.microsoft.com/office/drawing/2014/main" id="{3B58A466-6D40-39E1-3DF6-E831B0055C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200" y="3336747"/>
            <a:ext cx="9582150" cy="2013306"/>
          </a:xfrm>
        </p:spPr>
        <p:txBody>
          <a:bodyPr/>
          <a:lstStyle>
            <a:lvl1pPr marL="17463" indent="-3175">
              <a:spcBef>
                <a:spcPts val="0"/>
              </a:spcBef>
              <a:buClrTx/>
              <a:buSzPct val="110000"/>
              <a:buFont typeface="Wingdings" pitchFamily="2" charset="2"/>
              <a:buNone/>
              <a:tabLst/>
              <a:defRPr sz="2400" b="1" i="0" baseline="0">
                <a:solidFill>
                  <a:schemeClr val="accent2"/>
                </a:solidFill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Font typeface="Arial" panose="020B0604020202020204" pitchFamily="34" charset="0"/>
              <a:buChar char="–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Font typeface="Arial" panose="020B0604020202020204" pitchFamily="34" charset="0"/>
              <a:buChar char="•"/>
              <a:defRPr sz="2000" baseline="0">
                <a:solidFill>
                  <a:schemeClr val="bg1"/>
                </a:solidFill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32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Column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Column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91727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Line-Bar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Bar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/>
              <a:t>Click to edit Chart title</a:t>
            </a:r>
          </a:p>
          <a:p>
            <a:pPr lvl="1"/>
            <a:r>
              <a:rPr lang="en-US"/>
              <a:t>Click to edits Chart subtitle</a:t>
            </a:r>
            <a:endParaRPr lang="en-GB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535176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-1Line-Line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hart Placeholder 7">
            <a:extLst>
              <a:ext uri="{FF2B5EF4-FFF2-40B4-BE49-F238E27FC236}">
                <a16:creationId xmlns:a16="http://schemas.microsoft.com/office/drawing/2014/main" id="{7D88A743-C82D-C12E-ABBA-E71D50630461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5999"/>
            <a:ext cx="11276013" cy="3646967"/>
          </a:xfrm>
        </p:spPr>
        <p:txBody>
          <a:bodyPr/>
          <a:lstStyle/>
          <a:p>
            <a:r>
              <a:rPr lang="en-US"/>
              <a:t>Click icon to add Line chart</a:t>
            </a:r>
            <a:endParaRPr lang="en-GB"/>
          </a:p>
        </p:txBody>
      </p:sp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993" y="1683327"/>
            <a:ext cx="11276013" cy="602673"/>
          </a:xfrm>
        </p:spPr>
        <p:txBody>
          <a:bodyPr/>
          <a:lstStyle>
            <a:lvl1pPr>
              <a:spcAft>
                <a:spcPts val="0"/>
              </a:spcAft>
              <a:defRPr b="1"/>
            </a:lvl1pPr>
            <a:lvl2pPr marL="0" indent="0">
              <a:spcAft>
                <a:spcPts val="0"/>
              </a:spcAft>
              <a:defRPr sz="1600"/>
            </a:lvl2pPr>
          </a:lstStyle>
          <a:p>
            <a:pPr lvl="0"/>
            <a:r>
              <a:rPr lang="en-US"/>
              <a:t>Click to edit Chart title</a:t>
            </a:r>
          </a:p>
          <a:p>
            <a:pPr lvl="1"/>
            <a:r>
              <a:rPr lang="en-US"/>
              <a:t>Click to edits Chart subtitle</a:t>
            </a:r>
            <a:endParaRPr lang="en-GB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4EB6F7B-4D78-5388-9218-C026C51DA9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73460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1-line) 2xPie-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789" y="1638942"/>
            <a:ext cx="5499674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2" name="Chart Title Placeholder">
            <a:extLst>
              <a:ext uri="{FF2B5EF4-FFF2-40B4-BE49-F238E27FC236}">
                <a16:creationId xmlns:a16="http://schemas.microsoft.com/office/drawing/2014/main" id="{B5972398-F9A6-C9C2-8DB0-58AF96A93D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9188" y="1638942"/>
            <a:ext cx="5534025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Click to edits chart subtitle</a:t>
            </a:r>
            <a:endParaRPr lang="en-GB" dirty="0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6127E5C3-BC80-8695-1678-4449BE797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dirty="0">
                <a:solidFill>
                  <a:schemeClr val="bg2"/>
                </a:solidFill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/>
              <a:t>Subtitle</a:t>
            </a:r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F4FA23E-236B-C83F-C78B-019F52C495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11" name="Chart Placeholder 7">
            <a:extLst>
              <a:ext uri="{FF2B5EF4-FFF2-40B4-BE49-F238E27FC236}">
                <a16:creationId xmlns:a16="http://schemas.microsoft.com/office/drawing/2014/main" id="{B32248A1-AB81-C858-962A-B6998083D30B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457200" y="2286000"/>
            <a:ext cx="5529263" cy="3646966"/>
          </a:xfrm>
        </p:spPr>
        <p:txBody>
          <a:bodyPr/>
          <a:lstStyle/>
          <a:p>
            <a:r>
              <a:rPr lang="en-US" dirty="0"/>
              <a:t>Click icon to add Pie chart</a:t>
            </a:r>
            <a:endParaRPr lang="en-GB" dirty="0"/>
          </a:p>
        </p:txBody>
      </p:sp>
      <p:sp>
        <p:nvSpPr>
          <p:cNvPr id="12" name="Chart Placeholder 7">
            <a:extLst>
              <a:ext uri="{FF2B5EF4-FFF2-40B4-BE49-F238E27FC236}">
                <a16:creationId xmlns:a16="http://schemas.microsoft.com/office/drawing/2014/main" id="{8E0B8776-8AB4-2AC7-52A2-30FE0EE24BB2}"/>
              </a:ext>
            </a:extLst>
          </p:cNvPr>
          <p:cNvSpPr>
            <a:spLocks noGrp="1"/>
          </p:cNvSpPr>
          <p:nvPr>
            <p:ph type="chart" sz="quarter" idx="19" hasCustomPrompt="1"/>
          </p:nvPr>
        </p:nvSpPr>
        <p:spPr>
          <a:xfrm>
            <a:off x="6199188" y="2286000"/>
            <a:ext cx="5529263" cy="3646966"/>
          </a:xfrm>
        </p:spPr>
        <p:txBody>
          <a:bodyPr/>
          <a:lstStyle/>
          <a:p>
            <a:r>
              <a:rPr lang="en-US"/>
              <a:t>Click icon to add Pie chart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03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1-line)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 noRot="1" noMove="1" noResize="1" noEditPoints="1" noAdjustHandles="1" noChangeArrowheads="1" noChangeShapeType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54304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hart Title Placeholder">
            <a:extLst>
              <a:ext uri="{FF2B5EF4-FFF2-40B4-BE49-F238E27FC236}">
                <a16:creationId xmlns:a16="http://schemas.microsoft.com/office/drawing/2014/main" id="{FB35523F-45ED-C101-0048-066A9DABF9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1531938"/>
            <a:ext cx="11276013" cy="516808"/>
          </a:xfrm>
        </p:spPr>
        <p:txBody>
          <a:bodyPr/>
          <a:lstStyle>
            <a:lvl1pPr>
              <a:spcAft>
                <a:spcPts val="0"/>
              </a:spcAft>
              <a:defRPr b="1" i="0">
                <a:latin typeface="AvenirNext LT Com Regular" panose="020B0503020202020204" pitchFamily="34" charset="0"/>
              </a:defRPr>
            </a:lvl1pPr>
            <a:lvl2pPr marL="0" indent="0">
              <a:spcAft>
                <a:spcPts val="0"/>
              </a:spcAft>
              <a:defRPr sz="1600" b="0" i="0">
                <a:latin typeface="AvenirNext LT Com Regular" panose="020B0503020202020204" pitchFamily="34" charset="0"/>
              </a:defRPr>
            </a:lvl2pPr>
          </a:lstStyle>
          <a:p>
            <a:pPr lvl="0"/>
            <a:r>
              <a:rPr lang="en-US" dirty="0"/>
              <a:t>Click to edit Table title</a:t>
            </a:r>
          </a:p>
          <a:p>
            <a:pPr lvl="1"/>
            <a:r>
              <a:rPr lang="en-US" dirty="0"/>
              <a:t>Click to edits Table subtitle</a:t>
            </a:r>
            <a:endParaRPr lang="en-GB" dirty="0"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5B35EA2-B222-9ECE-2285-8BCA839BE9C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1028699"/>
            <a:ext cx="11276013" cy="457201"/>
          </a:xfrm>
          <a:ln w="12700">
            <a:miter lim="400000"/>
          </a:ln>
        </p:spPr>
        <p:txBody>
          <a:bodyPr wrap="square" lIns="0" tIns="0" rIns="0" bIns="0" anchor="t" anchorCtr="0">
            <a:noAutofit/>
          </a:bodyPr>
          <a:lstStyle>
            <a:lvl1pPr>
              <a:lnSpc>
                <a:spcPct val="100000"/>
              </a:lnSpc>
              <a:defRPr lang="en-US" sz="1800" b="1" i="0" dirty="0">
                <a:solidFill>
                  <a:schemeClr val="bg2"/>
                </a:solidFill>
                <a:latin typeface="AvenirNext LT Com Regular" panose="020B0503020202020204" pitchFamily="34" charset="0"/>
                <a:ea typeface="+mn-ea"/>
                <a:cs typeface="+mn-cs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Aft>
                <a:spcPts val="0"/>
              </a:spcAft>
              <a:buFontTx/>
              <a:tabLst>
                <a:tab pos="476250" algn="l"/>
              </a:tabLst>
            </a:pPr>
            <a:r>
              <a:rPr lang="en-US" dirty="0"/>
              <a:t>Subtitle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3C6E3B1-783E-79EA-E4F5-3C13BB9BC0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57200" y="6060558"/>
            <a:ext cx="11276013" cy="21006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484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/ Disclos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(Black)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b="0" i="0" baseline="0">
                <a:latin typeface="AvenirNext LT Com Regular" panose="020B0503020202020204" pitchFamily="34" charset="0"/>
              </a:defRPr>
            </a:lvl1pPr>
          </a:lstStyle>
          <a:p>
            <a:pPr>
              <a:lnSpc>
                <a:spcPct val="110000"/>
              </a:lnSpc>
              <a:spcBef>
                <a:spcPts val="1200"/>
              </a:spcBef>
            </a:pPr>
            <a:fld id="{86CB4B4D-7CA3-9044-876B-883B54F8677D}" type="slidenum">
              <a:rPr lang="en-GB" smtClean="0"/>
              <a:pPr>
                <a:lnSpc>
                  <a:spcPct val="110000"/>
                </a:lnSpc>
                <a:spcBef>
                  <a:spcPts val="1200"/>
                </a:spcBef>
              </a:pPr>
              <a:t>‹#›</a:t>
            </a:fld>
            <a:endParaRPr lang="en-GB" dirty="0"/>
          </a:p>
        </p:txBody>
      </p:sp>
      <p:sp>
        <p:nvSpPr>
          <p:cNvPr id="5" name="Title (1-line)">
            <a:extLst>
              <a:ext uri="{FF2B5EF4-FFF2-40B4-BE49-F238E27FC236}">
                <a16:creationId xmlns:a16="http://schemas.microsoft.com/office/drawing/2014/main" id="{7C32ACDB-F9F3-C8EC-A524-66F0FDB7C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6013" cy="571500"/>
          </a:xfrm>
        </p:spPr>
        <p:txBody>
          <a:bodyPr/>
          <a:lstStyle>
            <a:lvl1pPr>
              <a:defRPr b="1" i="0">
                <a:latin typeface="AvenirNext LT Com Medium" panose="020B0503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Body"/>
          <p:cNvSpPr>
            <a:spLocks noGrp="1"/>
          </p:cNvSpPr>
          <p:nvPr>
            <p:ph type="body" sz="quarter" idx="14"/>
          </p:nvPr>
        </p:nvSpPr>
        <p:spPr>
          <a:xfrm>
            <a:off x="457200" y="1485900"/>
            <a:ext cx="11276013" cy="41148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400"/>
              </a:spcAft>
              <a:buClrTx/>
              <a:buFont typeface="AvenirNext LT Com Medium" panose="020B0803020202020204" pitchFamily="34" charset="0"/>
              <a:buNone/>
              <a:tabLst/>
              <a:defRPr sz="1100" b="0" i="0" baseline="0">
                <a:latin typeface="AvenirNext LT Com Regular" panose="020B0503020202020204" pitchFamily="34" charset="0"/>
              </a:defRPr>
            </a:lvl1pPr>
            <a:lvl2pPr marL="432000" indent="-216000">
              <a:spcBef>
                <a:spcPts val="0"/>
              </a:spcBef>
              <a:buClrTx/>
              <a:buFont typeface="Arial" panose="020B0604020202020204" pitchFamily="34" charset="0"/>
              <a:buNone/>
              <a:defRPr sz="1400" baseline="0">
                <a:latin typeface="AvenirNext LT Com" panose="02000503000000020004" pitchFamily="2" charset="0"/>
              </a:defRPr>
            </a:lvl2pPr>
            <a:lvl3pPr marL="576000" indent="-144000">
              <a:spcBef>
                <a:spcPts val="0"/>
              </a:spcBef>
              <a:buClrTx/>
              <a:buFont typeface="Arial" panose="020B0604020202020204" pitchFamily="34" charset="0"/>
              <a:buNone/>
              <a:defRPr baseline="0">
                <a:latin typeface="AvenirNext LT Com" panose="02000503000000020004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53705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(Black)"/>
          <p:cNvSpPr txBox="1">
            <a:spLocks noGrp="1"/>
          </p:cNvSpPr>
          <p:nvPr>
            <p:ph type="sldNum" sz="quarter" idx="4"/>
          </p:nvPr>
        </p:nvSpPr>
        <p:spPr>
          <a:xfrm>
            <a:off x="9807575" y="6309360"/>
            <a:ext cx="1925638" cy="182880"/>
          </a:xfrm>
          <a:prstGeom prst="rect">
            <a:avLst/>
          </a:prstGeom>
          <a:ln w="12700">
            <a:miter lim="400000"/>
          </a:ln>
        </p:spPr>
        <p:txBody>
          <a:bodyPr wrap="square" lIns="0" tIns="0" rIns="0" bIns="0" anchor="b" anchorCtr="0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defRPr lang="en-US" sz="800" b="0" i="0" spc="0" baseline="0" smtClean="0">
                <a:solidFill>
                  <a:schemeClr val="tx1"/>
                </a:solidFill>
                <a:latin typeface="AvenirNext LT Com Regular" panose="020B0503020202020204" pitchFamily="34" charset="0"/>
                <a:cs typeface="Arial" panose="020B0604020202020204" pitchFamily="34" charset="0"/>
              </a:defRPr>
            </a:lvl1pPr>
          </a:lstStyle>
          <a:p>
            <a:fld id="{86CB4B4D-7CA3-9044-876B-883B54F8677D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CG Folio">
            <a:extLst>
              <a:ext uri="{FF2B5EF4-FFF2-40B4-BE49-F238E27FC236}">
                <a16:creationId xmlns:a16="http://schemas.microsoft.com/office/drawing/2014/main" id="{20ECC23F-FE32-07A2-4E5E-5386603D09D5}"/>
              </a:ext>
            </a:extLst>
          </p:cNvPr>
          <p:cNvSpPr txBox="1">
            <a:spLocks/>
          </p:cNvSpPr>
          <p:nvPr userDrawn="1"/>
        </p:nvSpPr>
        <p:spPr>
          <a:xfrm>
            <a:off x="457198" y="6309360"/>
            <a:ext cx="5529265" cy="18288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defPPr marL="0" marR="0" indent="0" algn="l" defTabSz="4572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AvenirNext LT Com Regular" panose="020B0503020202020204" pitchFamily="34" charset="0"/>
                <a:cs typeface="AvenirNext LT Com Regular" panose="020B0503020202020204" pitchFamily="34" charset="0"/>
                <a:sym typeface="AvenirNext LT Com Regular"/>
              </a:defRPr>
            </a:lvl1pPr>
            <a:lvl2pPr marL="0" marR="0" indent="1714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2pPr>
            <a:lvl3pPr marL="0" marR="0" indent="3429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3pPr>
            <a:lvl4pPr marL="0" marR="0" indent="5143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4pPr>
            <a:lvl5pPr marL="0" marR="0" indent="6858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5pPr>
            <a:lvl6pPr marL="0" marR="0" indent="8572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6pPr>
            <a:lvl7pPr marL="0" marR="0" indent="10287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7pPr>
            <a:lvl8pPr marL="0" marR="0" indent="120015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8pPr>
            <a:lvl9pPr marL="0" marR="0" indent="1371600" algn="ctr" defTabSz="2286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venirNext LT Com Regular"/>
                <a:ea typeface="AvenirNext LT Com Regular"/>
                <a:cs typeface="AvenirNext LT Com Regular"/>
                <a:sym typeface="AvenirNext LT Com Regular"/>
              </a:defRPr>
            </a:lvl9pPr>
          </a:lstStyle>
          <a:p>
            <a:pPr hangingPunct="1"/>
            <a:r>
              <a:rPr lang="en-GB" sz="800" b="0" i="0" dirty="0">
                <a:solidFill>
                  <a:schemeClr val="tx1"/>
                </a:solidFill>
                <a:latin typeface="AvenirNext LT Com Regular" panose="020B0503020202020204" pitchFamily="34" charset="0"/>
              </a:rPr>
              <a:t>For internal use only.</a:t>
            </a:r>
          </a:p>
        </p:txBody>
      </p:sp>
      <p:sp>
        <p:nvSpPr>
          <p:cNvPr id="7" name="Footnotes (fullpage)"/>
          <p:cNvSpPr>
            <a:spLocks noGrp="1"/>
          </p:cNvSpPr>
          <p:nvPr>
            <p:ph type="ftr" sz="quarter" idx="3"/>
          </p:nvPr>
        </p:nvSpPr>
        <p:spPr>
          <a:xfrm>
            <a:off x="457200" y="6006856"/>
            <a:ext cx="11276013" cy="266759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algn="l">
              <a:lnSpc>
                <a:spcPct val="100000"/>
              </a:lnSpc>
              <a:spcAft>
                <a:spcPts val="300"/>
              </a:spcAft>
              <a:defRPr lang="en-US" sz="800" b="0" i="0" spc="0" baseline="0" dirty="0">
                <a:solidFill>
                  <a:schemeClr val="tx1"/>
                </a:solidFill>
                <a:latin typeface="AvenirNext LT Com Regular" panose="020B0503020202020204" pitchFamily="34" charset="0"/>
                <a:ea typeface="AvenirNext LT Com Regular" panose="020B0503020202020204" pitchFamily="34" charset="0"/>
                <a:cs typeface="AvenirNext LT Com Regular" panose="020B0503020202020204" pitchFamily="34" charset="0"/>
              </a:defRPr>
            </a:lvl1pPr>
          </a:lstStyle>
          <a:p>
            <a:pPr hangingPunct="1"/>
            <a:endParaRPr lang="en-GB" dirty="0"/>
          </a:p>
        </p:txBody>
      </p:sp>
      <p:sp>
        <p:nvSpPr>
          <p:cNvPr id="2" name="Title"/>
          <p:cNvSpPr txBox="1">
            <a:spLocks noGrp="1"/>
          </p:cNvSpPr>
          <p:nvPr>
            <p:ph type="title"/>
          </p:nvPr>
        </p:nvSpPr>
        <p:spPr>
          <a:xfrm>
            <a:off x="456496" y="457200"/>
            <a:ext cx="11276717" cy="5715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t" anchorCtr="0"/>
          <a:lstStyle/>
          <a:p>
            <a:pPr lvl="0" fontAlgn="auto" hangingPunct="1"/>
            <a:r>
              <a:rPr dirty="0"/>
              <a:t>Title</a:t>
            </a:r>
          </a:p>
        </p:txBody>
      </p:sp>
      <p:sp>
        <p:nvSpPr>
          <p:cNvPr id="8" name="Body"/>
          <p:cNvSpPr txBox="1">
            <a:spLocks noGrp="1"/>
          </p:cNvSpPr>
          <p:nvPr>
            <p:ph type="body" idx="1"/>
          </p:nvPr>
        </p:nvSpPr>
        <p:spPr>
          <a:xfrm>
            <a:off x="467248" y="1485901"/>
            <a:ext cx="11265965" cy="411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noAutofit/>
          </a:bodyPr>
          <a:lstStyle/>
          <a:p>
            <a:r>
              <a:rPr dirty="0"/>
              <a:t>Body Level One</a:t>
            </a:r>
          </a:p>
          <a:p>
            <a:pPr lvl="1"/>
            <a:r>
              <a:rPr dirty="0"/>
              <a:t>Body Level Two</a:t>
            </a:r>
          </a:p>
          <a:p>
            <a:pPr lvl="2"/>
            <a:r>
              <a:rPr dirty="0"/>
              <a:t>Body Level Three</a:t>
            </a:r>
          </a:p>
        </p:txBody>
      </p:sp>
      <p:grpSp>
        <p:nvGrpSpPr>
          <p:cNvPr id="10" name="Group 9" hidden="1">
            <a:extLst>
              <a:ext uri="{FF2B5EF4-FFF2-40B4-BE49-F238E27FC236}">
                <a16:creationId xmlns:a16="http://schemas.microsoft.com/office/drawing/2014/main" id="{CA48DBAD-2DC8-0690-5FC5-A396F5A71DAF}"/>
              </a:ext>
            </a:extLst>
          </p:cNvPr>
          <p:cNvGrpSpPr/>
          <p:nvPr userDrawn="1"/>
        </p:nvGrpSpPr>
        <p:grpSpPr>
          <a:xfrm>
            <a:off x="0" y="-546968"/>
            <a:ext cx="12192000" cy="396000"/>
            <a:chOff x="0" y="-546968"/>
            <a:chExt cx="12192000" cy="396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731937D-7A24-AC4F-2AFB-B12DF0AF8E2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1796000" y="-546968"/>
              <a:ext cx="396000" cy="396000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EDAB18-20C1-094F-F479-326CC137ADD7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0" y="-546968"/>
              <a:ext cx="396000" cy="396000"/>
            </a:xfrm>
            <a:prstGeom prst="rect">
              <a:avLst/>
            </a:prstGeom>
            <a:solidFill>
              <a:schemeClr val="accent1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8EC0405-33CF-F747-6FFC-55BA3322FE52}"/>
                </a:ext>
              </a:extLst>
            </p:cNvPr>
            <p:cNvSpPr/>
            <p:nvPr userDrawn="1"/>
          </p:nvSpPr>
          <p:spPr>
            <a:xfrm>
              <a:off x="395999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9F4F8AE-8F25-3774-3581-12FF6238013F}"/>
                </a:ext>
              </a:extLst>
            </p:cNvPr>
            <p:cNvSpPr/>
            <p:nvPr userDrawn="1"/>
          </p:nvSpPr>
          <p:spPr>
            <a:xfrm>
              <a:off x="1066347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206F892-2B8A-E24C-2C2E-11FD3BE1B937}"/>
                </a:ext>
              </a:extLst>
            </p:cNvPr>
            <p:cNvSpPr/>
            <p:nvPr userDrawn="1"/>
          </p:nvSpPr>
          <p:spPr>
            <a:xfrm>
              <a:off x="1371487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86AB6D5B-7AE7-37BF-6ADE-3BC93B66407E}"/>
                </a:ext>
              </a:extLst>
            </p:cNvPr>
            <p:cNvSpPr/>
            <p:nvPr userDrawn="1"/>
          </p:nvSpPr>
          <p:spPr>
            <a:xfrm>
              <a:off x="2041834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98E922B-6CA9-65DF-9157-E06096FC8C56}"/>
                </a:ext>
              </a:extLst>
            </p:cNvPr>
            <p:cNvSpPr/>
            <p:nvPr userDrawn="1"/>
          </p:nvSpPr>
          <p:spPr>
            <a:xfrm>
              <a:off x="2346975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A63BCE7F-8140-371E-BEBA-01D3F93F5D3C}"/>
                </a:ext>
              </a:extLst>
            </p:cNvPr>
            <p:cNvSpPr/>
            <p:nvPr userDrawn="1"/>
          </p:nvSpPr>
          <p:spPr>
            <a:xfrm>
              <a:off x="3017322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5AA534D-A7A1-70A1-1B11-D2302BE6C3AA}"/>
                </a:ext>
              </a:extLst>
            </p:cNvPr>
            <p:cNvSpPr/>
            <p:nvPr userDrawn="1"/>
          </p:nvSpPr>
          <p:spPr>
            <a:xfrm>
              <a:off x="3322462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D1B9C64-1FF2-D786-A5ED-6C8EAC91644C}"/>
                </a:ext>
              </a:extLst>
            </p:cNvPr>
            <p:cNvSpPr/>
            <p:nvPr userDrawn="1"/>
          </p:nvSpPr>
          <p:spPr>
            <a:xfrm>
              <a:off x="3992810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19D3F35D-5050-C186-CEA4-2A2AD559A724}"/>
                </a:ext>
              </a:extLst>
            </p:cNvPr>
            <p:cNvSpPr/>
            <p:nvPr userDrawn="1"/>
          </p:nvSpPr>
          <p:spPr>
            <a:xfrm>
              <a:off x="4297950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DAE6D694-556F-BFFA-5DBD-ACA5C2672E32}"/>
                </a:ext>
              </a:extLst>
            </p:cNvPr>
            <p:cNvSpPr/>
            <p:nvPr userDrawn="1"/>
          </p:nvSpPr>
          <p:spPr>
            <a:xfrm>
              <a:off x="4968298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F609E71F-CEA8-8A47-16B6-108DAEF4E1EB}"/>
                </a:ext>
              </a:extLst>
            </p:cNvPr>
            <p:cNvSpPr/>
            <p:nvPr userDrawn="1"/>
          </p:nvSpPr>
          <p:spPr>
            <a:xfrm>
              <a:off x="5273438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FAD3AD0-2609-9D54-D626-63A38540EC8A}"/>
                </a:ext>
              </a:extLst>
            </p:cNvPr>
            <p:cNvSpPr/>
            <p:nvPr userDrawn="1"/>
          </p:nvSpPr>
          <p:spPr>
            <a:xfrm>
              <a:off x="5943785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0DB4BF7-35A4-372C-4F25-446AC39118A5}"/>
                </a:ext>
              </a:extLst>
            </p:cNvPr>
            <p:cNvSpPr/>
            <p:nvPr userDrawn="1"/>
          </p:nvSpPr>
          <p:spPr>
            <a:xfrm>
              <a:off x="6248926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2E09CA5-00E3-5804-531F-82375172F5F0}"/>
                </a:ext>
              </a:extLst>
            </p:cNvPr>
            <p:cNvSpPr/>
            <p:nvPr userDrawn="1"/>
          </p:nvSpPr>
          <p:spPr>
            <a:xfrm>
              <a:off x="6919273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743B886-F705-99F3-28BE-C7F013250FC0}"/>
                </a:ext>
              </a:extLst>
            </p:cNvPr>
            <p:cNvSpPr/>
            <p:nvPr userDrawn="1"/>
          </p:nvSpPr>
          <p:spPr>
            <a:xfrm>
              <a:off x="7224413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A5F2E755-170F-633C-3BEB-CE2D33C9A6D2}"/>
                </a:ext>
              </a:extLst>
            </p:cNvPr>
            <p:cNvSpPr/>
            <p:nvPr userDrawn="1"/>
          </p:nvSpPr>
          <p:spPr>
            <a:xfrm>
              <a:off x="7894761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77A86802-4017-638B-0F2E-0A1F4DD9673E}"/>
                </a:ext>
              </a:extLst>
            </p:cNvPr>
            <p:cNvSpPr/>
            <p:nvPr userDrawn="1"/>
          </p:nvSpPr>
          <p:spPr>
            <a:xfrm>
              <a:off x="8199901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96E3376-B37E-77C8-3EB8-7C0504587323}"/>
                </a:ext>
              </a:extLst>
            </p:cNvPr>
            <p:cNvSpPr/>
            <p:nvPr userDrawn="1"/>
          </p:nvSpPr>
          <p:spPr>
            <a:xfrm>
              <a:off x="8870249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7144A34-3C0E-8159-E461-5A503448699C}"/>
                </a:ext>
              </a:extLst>
            </p:cNvPr>
            <p:cNvSpPr/>
            <p:nvPr userDrawn="1"/>
          </p:nvSpPr>
          <p:spPr>
            <a:xfrm>
              <a:off x="9175389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032A4179-ECC5-4B5D-F5C2-0E233D3899EA}"/>
                </a:ext>
              </a:extLst>
            </p:cNvPr>
            <p:cNvSpPr/>
            <p:nvPr userDrawn="1"/>
          </p:nvSpPr>
          <p:spPr>
            <a:xfrm>
              <a:off x="9845736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F6674914-D7B4-6F67-B7A6-6BE1E49CC354}"/>
                </a:ext>
              </a:extLst>
            </p:cNvPr>
            <p:cNvSpPr/>
            <p:nvPr userDrawn="1"/>
          </p:nvSpPr>
          <p:spPr>
            <a:xfrm>
              <a:off x="10150877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B56AE96C-0CA6-3300-864D-2AC346ABD25A}"/>
                </a:ext>
              </a:extLst>
            </p:cNvPr>
            <p:cNvSpPr/>
            <p:nvPr userDrawn="1"/>
          </p:nvSpPr>
          <p:spPr>
            <a:xfrm>
              <a:off x="10821224" y="-546968"/>
              <a:ext cx="305140" cy="396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F783C7B5-325D-1A66-64FA-ECB936A0528C}"/>
                </a:ext>
              </a:extLst>
            </p:cNvPr>
            <p:cNvSpPr/>
            <p:nvPr userDrawn="1"/>
          </p:nvSpPr>
          <p:spPr>
            <a:xfrm>
              <a:off x="11126364" y="-546968"/>
              <a:ext cx="670348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91440" tIns="91440" rIns="91440" bIns="91440" numCol="1" spcCol="38100" rtlCol="0" anchor="ctr">
              <a:noAutofit/>
            </a:bodyPr>
            <a:lstStyle/>
            <a:p>
              <a:pPr marL="0" marR="0" indent="0" algn="ctr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GB" sz="16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FillTx/>
                <a:latin typeface="AvenirNext LT Com Regular" panose="020B0503020202020204" pitchFamily="34" charset="0"/>
                <a:cs typeface="Arial" panose="020B0604020202020204" pitchFamily="34" charset="0"/>
                <a:sym typeface="AvenirNext LT Com Regula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92378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10" r:id="rId2"/>
    <p:sldLayoutId id="2147483932" r:id="rId3"/>
    <p:sldLayoutId id="2147483930" r:id="rId4"/>
    <p:sldLayoutId id="2147483834" r:id="rId5"/>
    <p:sldLayoutId id="2147483913" r:id="rId6"/>
    <p:sldLayoutId id="2147483878" r:id="rId7"/>
    <p:sldLayoutId id="2147483857" r:id="rId8"/>
    <p:sldLayoutId id="2147483874" r:id="rId9"/>
    <p:sldLayoutId id="2147483852" r:id="rId10"/>
    <p:sldLayoutId id="2147483883" r:id="rId11"/>
    <p:sldLayoutId id="2147483843" r:id="rId12"/>
    <p:sldLayoutId id="2147483915" r:id="rId13"/>
    <p:sldLayoutId id="2147483918" r:id="rId14"/>
    <p:sldLayoutId id="2147483916" r:id="rId15"/>
    <p:sldLayoutId id="2147483854" r:id="rId16"/>
    <p:sldLayoutId id="2147483927" r:id="rId17"/>
    <p:sldLayoutId id="2147483929" r:id="rId18"/>
    <p:sldLayoutId id="2147483898" r:id="rId19"/>
    <p:sldLayoutId id="2147483920" r:id="rId20"/>
    <p:sldLayoutId id="2147483931" r:id="rId21"/>
    <p:sldLayoutId id="2147483919" r:id="rId22"/>
    <p:sldLayoutId id="2147483889" r:id="rId23"/>
    <p:sldLayoutId id="2147483921" r:id="rId24"/>
    <p:sldLayoutId id="2147483922" r:id="rId25"/>
    <p:sldLayoutId id="2147483876" r:id="rId26"/>
    <p:sldLayoutId id="2147483875" r:id="rId27"/>
    <p:sldLayoutId id="2147483897" r:id="rId28"/>
  </p:sldLayoutIdLst>
  <p:transition spd="med"/>
  <p:hf hdr="0" dt="0"/>
  <p:txStyles>
    <p:titleStyle>
      <a:lvl1pPr marL="0" marR="0" indent="0" algn="l" defTabSz="228600" rtl="0" eaLnBrk="1" latinLnBrk="0" hangingPunct="1">
        <a:lnSpc>
          <a:spcPct val="95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kumimoji="0" sz="2800" b="1" i="0" u="none" strike="noStrike" cap="none" spc="0" normalizeH="0" baseline="0" dirty="0">
          <a:ln>
            <a:noFill/>
          </a:ln>
          <a:solidFill>
            <a:schemeClr val="tx2"/>
          </a:solidFill>
          <a:effectLst/>
          <a:uFillTx/>
          <a:latin typeface="AvenirNext LT Com Medium" panose="020B0503020202020204" pitchFamily="34" charset="0"/>
          <a:ea typeface="+mn-ea"/>
          <a:cs typeface="+mn-cs"/>
          <a:sym typeface="AvenirNext LT Com Regular"/>
        </a:defRPr>
      </a:lvl1pPr>
      <a:lvl2pPr marL="0" marR="0" indent="1143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2pPr>
      <a:lvl3pPr marL="0" marR="0" indent="2286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3pPr>
      <a:lvl4pPr marL="0" marR="0" indent="3429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4pPr>
      <a:lvl5pPr marL="0" marR="0" indent="4572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5pPr>
      <a:lvl6pPr marL="0" marR="0" indent="5715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6pPr>
      <a:lvl7pPr marL="0" marR="0" indent="6858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7pPr>
      <a:lvl8pPr marL="0" marR="0" indent="8001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8pPr>
      <a:lvl9pPr marL="0" marR="0" indent="914400" algn="l" defTabSz="2286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476250" algn="l"/>
        </a:tabLst>
        <a:defRPr sz="4800" b="0" i="0" u="none" strike="noStrike" cap="none" spc="-48" baseline="0">
          <a:ln>
            <a:noFill/>
          </a:ln>
          <a:solidFill>
            <a:schemeClr val="accent1">
              <a:hueOff val="-456960"/>
              <a:satOff val="56070"/>
              <a:lumOff val="-35771"/>
            </a:schemeClr>
          </a:solidFill>
          <a:uFillTx/>
          <a:latin typeface="+mn-lt"/>
          <a:ea typeface="+mn-ea"/>
          <a:cs typeface="+mn-cs"/>
          <a:sym typeface="AvenirNext LT Com Demi"/>
        </a:defRPr>
      </a:lvl9pPr>
    </p:titleStyle>
    <p:bodyStyle>
      <a:lvl1pPr marL="0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800"/>
        </a:spcAft>
        <a:buClrTx/>
        <a:buSzTx/>
        <a:buFont typeface="AvenirNext LT Com Medium" panose="020B0803020202020204" pitchFamily="34" charset="0"/>
        <a:buNone/>
        <a:tabLst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1pPr>
      <a:lvl2pPr marL="284162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700"/>
        </a:spcAft>
        <a:buClrTx/>
        <a:buSzTx/>
        <a:buFont typeface="Arial" panose="020B0604020202020204" pitchFamily="34" charset="0"/>
        <a:buNone/>
        <a:tabLst/>
        <a:defRPr sz="14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2pPr>
      <a:lvl3pPr marL="569913" marR="0" indent="0" algn="l" defTabSz="228600" rtl="0" eaLnBrk="1" latinLnBrk="0" hangingPunct="1">
        <a:lnSpc>
          <a:spcPct val="110000"/>
        </a:lnSpc>
        <a:spcBef>
          <a:spcPts val="0"/>
        </a:spcBef>
        <a:spcAft>
          <a:spcPts val="350"/>
        </a:spcAft>
        <a:buClrTx/>
        <a:buSzTx/>
        <a:buFont typeface="Arial" panose="020B0604020202020204" pitchFamily="34" charset="0"/>
        <a:buNone/>
        <a:tabLst/>
        <a:defRPr sz="1400" b="0" i="0" u="none" strike="noStrike" cap="none" spc="0" baseline="0">
          <a:ln>
            <a:noFill/>
          </a:ln>
          <a:solidFill>
            <a:schemeClr val="tx1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3pPr>
      <a:lvl4pPr marL="0" marR="0" indent="342900" algn="l" defTabSz="228600" rtl="0" eaLnBrk="1" latinLnBrk="0" hangingPunct="1">
        <a:lnSpc>
          <a:spcPct val="100000"/>
        </a:lnSpc>
        <a:spcBef>
          <a:spcPts val="0"/>
        </a:spcBef>
        <a:spcAft>
          <a:spcPts val="180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4pPr>
      <a:lvl5pPr marL="0" marR="0" indent="457200" algn="l" defTabSz="228600" rtl="0" eaLnBrk="1" latinLnBrk="0" hangingPunct="1">
        <a:lnSpc>
          <a:spcPct val="100000"/>
        </a:lnSpc>
        <a:spcBef>
          <a:spcPts val="0"/>
        </a:spcBef>
        <a:spcAft>
          <a:spcPts val="1800"/>
        </a:spcAft>
        <a:buClrTx/>
        <a:buSzTx/>
        <a:buFontTx/>
        <a:buNone/>
        <a:tabLst/>
        <a:defRPr sz="16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 panose="020B0503020202020204" pitchFamily="34" charset="0"/>
          <a:ea typeface="AvenirNext LT Com Regular" panose="020B0503020202020204" pitchFamily="34" charset="0"/>
          <a:cs typeface="AvenirNext LT Com Regular" panose="020B0503020202020204" pitchFamily="34" charset="0"/>
          <a:sym typeface="AvenirNext LT Com Regular"/>
        </a:defRPr>
      </a:lvl5pPr>
      <a:lvl6pPr marL="0" marR="0" indent="5715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6pPr>
      <a:lvl7pPr marL="0" marR="0" indent="6858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7pPr>
      <a:lvl8pPr marL="0" marR="0" indent="8001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8pPr>
      <a:lvl9pPr marL="0" marR="0" indent="914400" algn="l" defTabSz="2286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ln>
            <a:noFill/>
          </a:ln>
          <a:solidFill>
            <a:srgbClr val="000000"/>
          </a:solidFill>
          <a:uFillTx/>
          <a:latin typeface="AvenirNext LT Com Regular"/>
          <a:ea typeface="AvenirNext LT Com Regular"/>
          <a:cs typeface="AvenirNext LT Com Regular"/>
          <a:sym typeface="AvenirNext LT Com Regular"/>
        </a:defRPr>
      </a:lvl9pPr>
    </p:bodyStyle>
    <p:otherStyle>
      <a:lvl1pPr marL="0" marR="0" indent="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1pPr>
      <a:lvl2pPr marL="0" marR="0" indent="1143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2pPr>
      <a:lvl3pPr marL="0" marR="0" indent="2286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3pPr>
      <a:lvl4pPr marL="0" marR="0" indent="3429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4pPr>
      <a:lvl5pPr marL="0" marR="0" indent="4572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5pPr>
      <a:lvl6pPr marL="0" marR="0" indent="5715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6pPr>
      <a:lvl7pPr marL="0" marR="0" indent="6858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7pPr>
      <a:lvl8pPr marL="0" marR="0" indent="8001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8pPr>
      <a:lvl9pPr marL="0" marR="0" indent="914400" algn="r" defTabSz="228600" eaLnBrk="1" latinLnBrk="0" hangingPunct="1">
        <a:lnSpc>
          <a:spcPct val="11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sz="8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venirNext LT Com Regular"/>
        </a:defRPr>
      </a:lvl9pPr>
    </p:otherStyle>
  </p:txStyles>
  <p:extLst>
    <p:ext uri="{27BBF7A9-308A-43DC-89C8-2F10F3537804}">
      <p15:sldGuideLst xmlns:p15="http://schemas.microsoft.com/office/powerpoint/2012/main">
        <p15:guide id="21" pos="288" userDrawn="1">
          <p15:clr>
            <a:srgbClr val="F26B43"/>
          </p15:clr>
        </p15:guide>
        <p15:guide id="22" pos="7391" userDrawn="1">
          <p15:clr>
            <a:srgbClr val="F26B43"/>
          </p15:clr>
        </p15:guide>
        <p15:guide id="23" orient="horz" pos="288" userDrawn="1">
          <p15:clr>
            <a:srgbClr val="F26B43"/>
          </p15:clr>
        </p15:guide>
        <p15:guide id="24" orient="horz" pos="4032" userDrawn="1">
          <p15:clr>
            <a:srgbClr val="F26B43"/>
          </p15:clr>
        </p15:guide>
        <p15:guide id="25" orient="horz" pos="936" userDrawn="1">
          <p15:clr>
            <a:srgbClr val="F26B43"/>
          </p15:clr>
        </p15:guide>
        <p15:guide id="26" pos="1344" userDrawn="1">
          <p15:clr>
            <a:srgbClr val="F26B43"/>
          </p15:clr>
        </p15:guide>
        <p15:guide id="27" pos="1492" userDrawn="1">
          <p15:clr>
            <a:srgbClr val="F26B43"/>
          </p15:clr>
        </p15:guide>
        <p15:guide id="28" pos="2704" userDrawn="1">
          <p15:clr>
            <a:srgbClr val="F26B43"/>
          </p15:clr>
        </p15:guide>
        <p15:guide id="29" pos="3159" userDrawn="1">
          <p15:clr>
            <a:srgbClr val="F26B43"/>
          </p15:clr>
        </p15:guide>
        <p15:guide id="30" pos="3771" userDrawn="1">
          <p15:clr>
            <a:srgbClr val="F26B43"/>
          </p15:clr>
        </p15:guide>
        <p15:guide id="31" pos="3905" userDrawn="1">
          <p15:clr>
            <a:srgbClr val="F26B43"/>
          </p15:clr>
        </p15:guide>
        <p15:guide id="32" pos="4972" userDrawn="1">
          <p15:clr>
            <a:srgbClr val="F26B43"/>
          </p15:clr>
        </p15:guide>
        <p15:guide id="33" pos="5111" userDrawn="1">
          <p15:clr>
            <a:srgbClr val="F26B43"/>
          </p15:clr>
        </p15:guide>
        <p15:guide id="34" pos="6178" userDrawn="1">
          <p15:clr>
            <a:srgbClr val="F26B43"/>
          </p15:clr>
        </p15:guide>
        <p15:guide id="35" pos="6324" userDrawn="1">
          <p15:clr>
            <a:srgbClr val="F26B43"/>
          </p15:clr>
        </p15:guide>
        <p15:guide id="36" orient="horz" pos="2160" userDrawn="1">
          <p15:clr>
            <a:srgbClr val="F26B43"/>
          </p15:clr>
        </p15:guide>
        <p15:guide id="37" orient="horz" pos="2088" userDrawn="1">
          <p15:clr>
            <a:srgbClr val="F26B43"/>
          </p15:clr>
        </p15:guide>
        <p15:guide id="38" orient="horz" pos="2232" userDrawn="1">
          <p15:clr>
            <a:srgbClr val="F26B43"/>
          </p15:clr>
        </p15:guide>
        <p15:guide id="39" pos="746" userDrawn="1">
          <p15:clr>
            <a:srgbClr val="F26B43"/>
          </p15:clr>
        </p15:guide>
        <p15:guide id="40" pos="895" userDrawn="1">
          <p15:clr>
            <a:srgbClr val="F26B43"/>
          </p15:clr>
        </p15:guide>
        <p15:guide id="41" pos="1944" userDrawn="1">
          <p15:clr>
            <a:srgbClr val="F26B43"/>
          </p15:clr>
        </p15:guide>
        <p15:guide id="42" pos="2098" userDrawn="1">
          <p15:clr>
            <a:srgbClr val="F26B43"/>
          </p15:clr>
        </p15:guide>
        <p15:guide id="43" pos="2559" userDrawn="1">
          <p15:clr>
            <a:srgbClr val="F26B43"/>
          </p15:clr>
        </p15:guide>
        <p15:guide id="44" pos="3304" userDrawn="1">
          <p15:clr>
            <a:srgbClr val="F26B43"/>
          </p15:clr>
        </p15:guide>
        <p15:guide id="45" pos="4365" userDrawn="1">
          <p15:clr>
            <a:srgbClr val="F26B43"/>
          </p15:clr>
        </p15:guide>
        <p15:guide id="46" pos="4511" userDrawn="1">
          <p15:clr>
            <a:srgbClr val="F26B43"/>
          </p15:clr>
        </p15:guide>
        <p15:guide id="47" pos="5584" userDrawn="1">
          <p15:clr>
            <a:srgbClr val="F26B43"/>
          </p15:clr>
        </p15:guide>
        <p15:guide id="48" pos="5724" userDrawn="1">
          <p15:clr>
            <a:srgbClr val="F26B43"/>
          </p15:clr>
        </p15:guide>
        <p15:guide id="49" pos="6791" userDrawn="1">
          <p15:clr>
            <a:srgbClr val="F26B43"/>
          </p15:clr>
        </p15:guide>
        <p15:guide id="50" pos="6930" userDrawn="1">
          <p15:clr>
            <a:srgbClr val="F26B43"/>
          </p15:clr>
        </p15:guide>
        <p15:guide id="52" orient="horz" pos="792" userDrawn="1">
          <p15:clr>
            <a:srgbClr val="F26B43"/>
          </p15:clr>
        </p15:guide>
        <p15:guide id="53" orient="horz" pos="1440" userDrawn="1">
          <p15:clr>
            <a:srgbClr val="F26B43"/>
          </p15:clr>
        </p15:guide>
        <p15:guide id="54" orient="horz" pos="1584" userDrawn="1">
          <p15:clr>
            <a:srgbClr val="F26B43"/>
          </p15:clr>
        </p15:guide>
        <p15:guide id="55" orient="horz" pos="2736" userDrawn="1">
          <p15:clr>
            <a:srgbClr val="F26B43"/>
          </p15:clr>
        </p15:guide>
        <p15:guide id="56" orient="horz" pos="2880" userDrawn="1">
          <p15:clr>
            <a:srgbClr val="F26B43"/>
          </p15:clr>
        </p15:guide>
        <p15:guide id="57" orient="horz" pos="3384" userDrawn="1">
          <p15:clr>
            <a:srgbClr val="F26B43"/>
          </p15:clr>
        </p15:guide>
        <p15:guide id="58" orient="horz" pos="3528" userDrawn="1">
          <p15:clr>
            <a:srgbClr val="F26B43"/>
          </p15:clr>
        </p15:guide>
        <p15:guide id="59" orient="horz" userDrawn="1">
          <p15:clr>
            <a:srgbClr val="F26B43"/>
          </p15:clr>
        </p15:guide>
        <p15:guide id="60" userDrawn="1">
          <p15:clr>
            <a:srgbClr val="F26B43"/>
          </p15:clr>
        </p15:guide>
        <p15:guide id="61" orient="horz" pos="4320" userDrawn="1">
          <p15:clr>
            <a:srgbClr val="F26B43"/>
          </p15:clr>
        </p15:guide>
        <p15:guide id="62" pos="7680" userDrawn="1">
          <p15:clr>
            <a:srgbClr val="F26B43"/>
          </p15:clr>
        </p15:guide>
        <p15:guide id="63" orient="horz" pos="3950" userDrawn="1">
          <p15:clr>
            <a:srgbClr val="F26B43"/>
          </p15:clr>
        </p15:guide>
        <p15:guide id="64" pos="3840" userDrawn="1">
          <p15:clr>
            <a:srgbClr val="F26B43"/>
          </p15:clr>
        </p15:guide>
        <p15:guide id="65" orient="horz" pos="216" userDrawn="1">
          <p15:clr>
            <a:srgbClr val="F26B43"/>
          </p15:clr>
        </p15:guide>
        <p15:guide id="66" orient="horz" pos="64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CAPITAL LEARNING  ·  LONG-TERM INVESTING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From a workshop to a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rPr sz="1300"/>
              <a:t>Chee Sin  ·  Capital Learning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workshop began and ended in the room.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THE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44200" y="-1188720"/>
            <a:ext cx="2286000" cy="2286000"/>
          </a:xfrm>
          <a:prstGeom prst="rect">
            <a:avLst/>
          </a:prstGeom>
          <a:noFill/>
          <a:ln w="31750">
            <a:solidFill>
              <a:srgbClr val="E6EC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-548640"/>
            <a:ext cx="2103120" cy="2103120"/>
          </a:xfrm>
          <a:prstGeom prst="rect">
            <a:avLst/>
          </a:prstGeom>
          <a:noFill/>
          <a:ln w="3175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188720" y="3223260"/>
            <a:ext cx="9829800" cy="0"/>
          </a:xfrm>
          <a:prstGeom prst="line">
            <a:avLst/>
          </a:prstGeom>
          <a:ln w="31750">
            <a:solidFill>
              <a:srgbClr val="E6EC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737360" y="2240280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FADB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2496312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6ECEE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004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8FADB2"/>
                </a:solidFill>
                <a:latin typeface="Arial"/>
              </a:rPr>
              <a:t>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6118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8FADB2"/>
                </a:solidFill>
                <a:latin typeface="Arial"/>
              </a:rPr>
              <a:t>nothing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240280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FADB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2496312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E6ECEE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2004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8FADB2"/>
                </a:solidFill>
                <a:latin typeface="Arial"/>
              </a:rPr>
              <a:t>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6118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8FADB2"/>
                </a:solidFill>
                <a:latin typeface="Arial"/>
              </a:rPr>
              <a:t>nothing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011680"/>
            <a:ext cx="2788920" cy="242316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09160" y="2011680"/>
            <a:ext cx="2788920" cy="128016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2624328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LTI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990088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WORKSHOP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23560" y="3538728"/>
            <a:ext cx="365760" cy="0"/>
          </a:xfrm>
          <a:prstGeom prst="line">
            <a:avLst/>
          </a:prstGeom>
          <a:ln w="31750">
            <a:solidFill>
              <a:srgbClr val="0080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09160" y="3685032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1">
                <a:solidFill>
                  <a:srgbClr val="D0EAE9"/>
                </a:solidFill>
                <a:latin typeface="Arial"/>
              </a:rPr>
              <a:t>strong but self-contained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Freedom to design it end-to-end.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PROJECT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44200" y="-1188720"/>
            <a:ext cx="2286000" cy="2286000"/>
          </a:xfrm>
          <a:prstGeom prst="rect">
            <a:avLst/>
          </a:prstGeom>
          <a:noFill/>
          <a:ln w="31750">
            <a:solidFill>
              <a:srgbClr val="E6EC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-548640"/>
            <a:ext cx="2103120" cy="2103120"/>
          </a:xfrm>
          <a:prstGeom prst="rect">
            <a:avLst/>
          </a:prstGeom>
          <a:noFill/>
          <a:ln w="3175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1051560" y="2697480"/>
            <a:ext cx="3429000" cy="1051560"/>
          </a:xfrm>
          <a:prstGeom prst="homePlate">
            <a:avLst/>
          </a:prstGeom>
          <a:solidFill>
            <a:srgbClr val="D0EA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30815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008074"/>
                </a:solidFill>
                <a:latin typeface="Arial"/>
              </a:rPr>
              <a:t>PRE-WORKSHOP</a:t>
            </a:r>
          </a:p>
        </p:txBody>
      </p:sp>
      <p:sp>
        <p:nvSpPr>
          <p:cNvPr id="10" name="Chevron 9"/>
          <p:cNvSpPr/>
          <p:nvPr/>
        </p:nvSpPr>
        <p:spPr>
          <a:xfrm>
            <a:off x="4187952" y="2697480"/>
            <a:ext cx="3429000" cy="1051560"/>
          </a:xfrm>
          <a:prstGeom prst="chevron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30815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IN-WORKSHOP</a:t>
            </a:r>
          </a:p>
        </p:txBody>
      </p:sp>
      <p:sp>
        <p:nvSpPr>
          <p:cNvPr id="12" name="Chevron 11"/>
          <p:cNvSpPr/>
          <p:nvPr/>
        </p:nvSpPr>
        <p:spPr>
          <a:xfrm>
            <a:off x="7324344" y="2697480"/>
            <a:ext cx="3429000" cy="1051560"/>
          </a:xfrm>
          <a:prstGeom prst="chevron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98664" y="30815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POST-WORKSHOP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114800"/>
            <a:ext cx="970178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1">
                <a:solidFill>
                  <a:srgbClr val="595959"/>
                </a:solidFill>
                <a:latin typeface="Arial"/>
              </a:rPr>
              <a:t>one experience, not three assets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595959"/>
                </a:solidFill>
                <a:latin typeface="Arial"/>
              </a:rPr>
              <a:t>No existing materials to inherit and the team's guidance shaping direction throughout.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Built the journey around the workshop.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WHAT I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44200" y="-1188720"/>
            <a:ext cx="2286000" cy="2286000"/>
          </a:xfrm>
          <a:prstGeom prst="rect">
            <a:avLst/>
          </a:prstGeom>
          <a:noFill/>
          <a:ln w="31750">
            <a:solidFill>
              <a:srgbClr val="E6EC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-548640"/>
            <a:ext cx="2103120" cy="2103120"/>
          </a:xfrm>
          <a:prstGeom prst="rect">
            <a:avLst/>
          </a:prstGeom>
          <a:noFill/>
          <a:ln w="3175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103120"/>
            <a:ext cx="32461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103120"/>
            <a:ext cx="3246120" cy="45720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12848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PRE-WORKSHOP</a:t>
            </a:r>
          </a:p>
        </p:txBody>
      </p:sp>
      <p:sp>
        <p:nvSpPr>
          <p:cNvPr id="11" name="Oval 10"/>
          <p:cNvSpPr/>
          <p:nvPr/>
        </p:nvSpPr>
        <p:spPr>
          <a:xfrm>
            <a:off x="3191256" y="2203703"/>
            <a:ext cx="713232" cy="71323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74136" y="2423160"/>
            <a:ext cx="54864" cy="5486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83864" y="2434132"/>
            <a:ext cx="237744" cy="32918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74136" y="2551176"/>
            <a:ext cx="54864" cy="5486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3864" y="2562148"/>
            <a:ext cx="237744" cy="32918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74136" y="2679191"/>
            <a:ext cx="54864" cy="5486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83864" y="2690164"/>
            <a:ext cx="237744" cy="32918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2971800"/>
            <a:ext cx="2240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Survey before start</a:t>
            </a:r>
          </a:p>
        </p:txBody>
      </p:sp>
      <p:sp>
        <p:nvSpPr>
          <p:cNvPr id="19" name="Oval 18"/>
          <p:cNvSpPr/>
          <p:nvPr/>
        </p:nvSpPr>
        <p:spPr>
          <a:xfrm>
            <a:off x="1161288" y="3584448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0744" y="3502152"/>
            <a:ext cx="245973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Pre-workshop survey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43000" y="5001768"/>
            <a:ext cx="2697480" cy="0"/>
          </a:xfrm>
          <a:prstGeom prst="line">
            <a:avLst/>
          </a:prstGeom>
          <a:ln w="15240">
            <a:solidFill>
              <a:srgbClr val="E6EC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43000" y="512064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completed right before the session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224528" y="3707891"/>
            <a:ext cx="347472" cy="310896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81728" y="2103120"/>
            <a:ext cx="32461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86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1728" y="2103120"/>
            <a:ext cx="3246120" cy="45720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10328" y="2212848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WORKSHOP MATERIALS</a:t>
            </a:r>
          </a:p>
        </p:txBody>
      </p:sp>
      <p:sp>
        <p:nvSpPr>
          <p:cNvPr id="27" name="Oval 26"/>
          <p:cNvSpPr/>
          <p:nvPr/>
        </p:nvSpPr>
        <p:spPr>
          <a:xfrm>
            <a:off x="7004304" y="2203703"/>
            <a:ext cx="713232" cy="71323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olded Corner 27"/>
          <p:cNvSpPr/>
          <p:nvPr/>
        </p:nvSpPr>
        <p:spPr>
          <a:xfrm>
            <a:off x="7223760" y="2377439"/>
            <a:ext cx="274320" cy="36576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87768" y="2487168"/>
            <a:ext cx="146304" cy="29260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87768" y="2587751"/>
            <a:ext cx="146304" cy="29260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2971800"/>
            <a:ext cx="2240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Advisor toolkit</a:t>
            </a:r>
          </a:p>
        </p:txBody>
      </p:sp>
      <p:sp>
        <p:nvSpPr>
          <p:cNvPr id="32" name="Oval 31"/>
          <p:cNvSpPr/>
          <p:nvPr/>
        </p:nvSpPr>
        <p:spPr>
          <a:xfrm>
            <a:off x="4974336" y="3584448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93792" y="3502152"/>
            <a:ext cx="245973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Tipsheet</a:t>
            </a:r>
          </a:p>
        </p:txBody>
      </p:sp>
      <p:sp>
        <p:nvSpPr>
          <p:cNvPr id="34" name="Oval 33"/>
          <p:cNvSpPr/>
          <p:nvPr/>
        </p:nvSpPr>
        <p:spPr>
          <a:xfrm>
            <a:off x="4974336" y="3968496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3886200"/>
            <a:ext cx="245973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Steps for success</a:t>
            </a:r>
          </a:p>
        </p:txBody>
      </p:sp>
      <p:sp>
        <p:nvSpPr>
          <p:cNvPr id="36" name="Oval 35"/>
          <p:cNvSpPr/>
          <p:nvPr/>
        </p:nvSpPr>
        <p:spPr>
          <a:xfrm>
            <a:off x="4974336" y="4352544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3792" y="4270248"/>
            <a:ext cx="245973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Talking points</a:t>
            </a:r>
          </a:p>
        </p:txBody>
      </p:sp>
      <p:sp>
        <p:nvSpPr>
          <p:cNvPr id="38" name="Oval 37"/>
          <p:cNvSpPr/>
          <p:nvPr/>
        </p:nvSpPr>
        <p:spPr>
          <a:xfrm>
            <a:off x="4974336" y="4736592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93792" y="4654296"/>
            <a:ext cx="245973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Client-facing deck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56048" y="5001768"/>
            <a:ext cx="2697479" cy="0"/>
          </a:xfrm>
          <a:prstGeom prst="line">
            <a:avLst/>
          </a:prstGeom>
          <a:ln w="15240">
            <a:solidFill>
              <a:srgbClr val="E6EC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956048" y="512064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print-and-go after the workshop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037575" y="3707891"/>
            <a:ext cx="347472" cy="310896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94776" y="2103120"/>
            <a:ext cx="324612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FAD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494776" y="2103120"/>
            <a:ext cx="3246120" cy="45720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23376" y="2212848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POST-WORKSHOP</a:t>
            </a:r>
          </a:p>
        </p:txBody>
      </p:sp>
      <p:sp>
        <p:nvSpPr>
          <p:cNvPr id="46" name="Oval 45"/>
          <p:cNvSpPr/>
          <p:nvPr/>
        </p:nvSpPr>
        <p:spPr>
          <a:xfrm>
            <a:off x="10817352" y="2203703"/>
            <a:ext cx="713232" cy="71323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000232" y="2404872"/>
            <a:ext cx="347472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00232" y="2404872"/>
            <a:ext cx="347472" cy="9144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055096" y="254203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155680" y="254203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256264" y="254203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055096" y="263347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155680" y="263347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256264" y="263347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769096" y="2971800"/>
            <a:ext cx="224027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83469"/>
                </a:solidFill>
                <a:latin typeface="Arial"/>
              </a:rPr>
              <a:t>Timed follow-ups</a:t>
            </a:r>
          </a:p>
        </p:txBody>
      </p:sp>
      <p:sp>
        <p:nvSpPr>
          <p:cNvPr id="56" name="Oval 55"/>
          <p:cNvSpPr/>
          <p:nvPr/>
        </p:nvSpPr>
        <p:spPr>
          <a:xfrm>
            <a:off x="8787384" y="3584448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06840" y="3502152"/>
            <a:ext cx="245973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Post-workshop survey</a:t>
            </a:r>
          </a:p>
        </p:txBody>
      </p:sp>
      <p:sp>
        <p:nvSpPr>
          <p:cNvPr id="58" name="Oval 57"/>
          <p:cNvSpPr/>
          <p:nvPr/>
        </p:nvSpPr>
        <p:spPr>
          <a:xfrm>
            <a:off x="8787384" y="3968496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06840" y="3886200"/>
            <a:ext cx="245973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Engagement calendar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769096" y="5001768"/>
            <a:ext cx="2697480" cy="0"/>
          </a:xfrm>
          <a:prstGeom prst="line">
            <a:avLst/>
          </a:prstGeom>
          <a:ln w="15240">
            <a:solidFill>
              <a:srgbClr val="E6EC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769096" y="5120640"/>
            <a:ext cx="2697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95959"/>
                </a:solidFill>
                <a:latin typeface="Arial"/>
              </a:rPr>
              <a:t>sent at regular touchpoints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Each material supports a specific moment.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SOLUTIONS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44200" y="-1188720"/>
            <a:ext cx="2286000" cy="2286000"/>
          </a:xfrm>
          <a:prstGeom prst="rect">
            <a:avLst/>
          </a:prstGeom>
          <a:noFill/>
          <a:ln w="31750">
            <a:solidFill>
              <a:srgbClr val="E6EC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-548640"/>
            <a:ext cx="2103120" cy="2103120"/>
          </a:xfrm>
          <a:prstGeom prst="rect">
            <a:avLst/>
          </a:prstGeom>
          <a:noFill/>
          <a:ln w="3175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83080"/>
            <a:ext cx="109728" cy="292608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191256" y="1929384"/>
            <a:ext cx="713232" cy="71323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74136" y="2148840"/>
            <a:ext cx="54864" cy="5486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3864" y="2159812"/>
            <a:ext cx="237744" cy="32918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74136" y="2276856"/>
            <a:ext cx="54864" cy="5486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3864" y="2287828"/>
            <a:ext cx="237744" cy="32918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74136" y="2404872"/>
            <a:ext cx="54864" cy="54864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83864" y="2415844"/>
            <a:ext cx="237744" cy="32918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2011680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8074"/>
                </a:solidFill>
                <a:latin typeface="Arial"/>
              </a:rPr>
              <a:t>PRE-WORKSHOP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2350008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Understand starting point</a:t>
            </a:r>
          </a:p>
        </p:txBody>
      </p:sp>
      <p:sp>
        <p:nvSpPr>
          <p:cNvPr id="19" name="Oval 18"/>
          <p:cNvSpPr/>
          <p:nvPr/>
        </p:nvSpPr>
        <p:spPr>
          <a:xfrm>
            <a:off x="1207007" y="3209544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6464" y="31272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Pre-workshop survey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81728" y="1783080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81728" y="1783080"/>
            <a:ext cx="109728" cy="292608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4304" y="1929384"/>
            <a:ext cx="713232" cy="71323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olded Corner 23"/>
          <p:cNvSpPr/>
          <p:nvPr/>
        </p:nvSpPr>
        <p:spPr>
          <a:xfrm>
            <a:off x="7223760" y="2103120"/>
            <a:ext cx="274320" cy="36576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87768" y="2212848"/>
            <a:ext cx="146304" cy="29260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7768" y="2313432"/>
            <a:ext cx="146304" cy="29260"/>
          </a:xfrm>
          <a:prstGeom prst="rect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1768" y="2011680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8074"/>
                </a:solidFill>
                <a:latin typeface="Arial"/>
              </a:rPr>
              <a:t>ADVISOR TOOLKIT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01768" y="2350008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Help advisors continue the conversation</a:t>
            </a:r>
          </a:p>
        </p:txBody>
      </p:sp>
      <p:sp>
        <p:nvSpPr>
          <p:cNvPr id="29" name="Oval 28"/>
          <p:cNvSpPr/>
          <p:nvPr/>
        </p:nvSpPr>
        <p:spPr>
          <a:xfrm>
            <a:off x="5020056" y="3209544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39512" y="31272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Tipsheet</a:t>
            </a:r>
          </a:p>
        </p:txBody>
      </p:sp>
      <p:sp>
        <p:nvSpPr>
          <p:cNvPr id="31" name="Oval 30"/>
          <p:cNvSpPr/>
          <p:nvPr/>
        </p:nvSpPr>
        <p:spPr>
          <a:xfrm>
            <a:off x="5020056" y="3593591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9512" y="3511296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Steps for success</a:t>
            </a:r>
          </a:p>
        </p:txBody>
      </p:sp>
      <p:sp>
        <p:nvSpPr>
          <p:cNvPr id="33" name="Oval 32"/>
          <p:cNvSpPr/>
          <p:nvPr/>
        </p:nvSpPr>
        <p:spPr>
          <a:xfrm>
            <a:off x="5020056" y="3977639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9512" y="3895344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Talking points</a:t>
            </a:r>
          </a:p>
        </p:txBody>
      </p:sp>
      <p:sp>
        <p:nvSpPr>
          <p:cNvPr id="35" name="Oval 34"/>
          <p:cNvSpPr/>
          <p:nvPr/>
        </p:nvSpPr>
        <p:spPr>
          <a:xfrm>
            <a:off x="5020056" y="4361688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9512" y="4279392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Client-facing deck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94776" y="1783080"/>
            <a:ext cx="3246120" cy="2926080"/>
          </a:xfrm>
          <a:prstGeom prst="roundRect">
            <a:avLst>
              <a:gd name="adj" fmla="val 8000"/>
            </a:avLst>
          </a:prstGeom>
          <a:solidFill>
            <a:srgbClr val="E6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94776" y="1783080"/>
            <a:ext cx="109728" cy="2926080"/>
          </a:xfrm>
          <a:prstGeom prst="rect">
            <a:avLst/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817352" y="1929384"/>
            <a:ext cx="713232" cy="71323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000232" y="2130552"/>
            <a:ext cx="347472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000232" y="2130552"/>
            <a:ext cx="347472" cy="9144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055096" y="226771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155680" y="226771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256264" y="226771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055096" y="235915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55680" y="235915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256264" y="2359152"/>
            <a:ext cx="45720" cy="45720"/>
          </a:xfrm>
          <a:prstGeom prst="ellipse">
            <a:avLst/>
          </a:prstGeom>
          <a:solidFill>
            <a:srgbClr val="8FA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14815" y="2011680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08074"/>
                </a:solidFill>
                <a:latin typeface="Arial"/>
              </a:rPr>
              <a:t>POST-WORKSHOP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14815" y="2350008"/>
            <a:ext cx="187451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83469"/>
                </a:solidFill>
                <a:latin typeface="Arial"/>
              </a:rPr>
              <a:t>Sustain engagement</a:t>
            </a:r>
          </a:p>
        </p:txBody>
      </p:sp>
      <p:sp>
        <p:nvSpPr>
          <p:cNvPr id="50" name="Oval 49"/>
          <p:cNvSpPr/>
          <p:nvPr/>
        </p:nvSpPr>
        <p:spPr>
          <a:xfrm>
            <a:off x="8833103" y="3209544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52559" y="31272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Post-workshop survey</a:t>
            </a:r>
          </a:p>
        </p:txBody>
      </p:sp>
      <p:sp>
        <p:nvSpPr>
          <p:cNvPr id="52" name="Oval 51"/>
          <p:cNvSpPr/>
          <p:nvPr/>
        </p:nvSpPr>
        <p:spPr>
          <a:xfrm>
            <a:off x="8833103" y="3593591"/>
            <a:ext cx="82296" cy="82296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59" y="3511296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083469"/>
                </a:solidFill>
                <a:latin typeface="Arial"/>
              </a:rPr>
              <a:t>Engagement calendar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681728" y="5029200"/>
            <a:ext cx="7059168" cy="77724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01768" y="5175504"/>
            <a:ext cx="486460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D0EAE9"/>
                </a:solidFill>
                <a:latin typeface="Arial"/>
              </a:rPr>
              <a:t>ENGAGEMENT CALENDAR</a:t>
            </a:r>
          </a:p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sends the toolkit out across regular touchpoints</a:t>
            </a:r>
          </a:p>
        </p:txBody>
      </p:sp>
      <p:sp>
        <p:nvSpPr>
          <p:cNvPr id="56" name="Oval 55"/>
          <p:cNvSpPr/>
          <p:nvPr/>
        </p:nvSpPr>
        <p:spPr>
          <a:xfrm>
            <a:off x="9957816" y="5340096"/>
            <a:ext cx="155448" cy="155448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113264" y="5417820"/>
            <a:ext cx="228600" cy="0"/>
          </a:xfrm>
          <a:prstGeom prst="line">
            <a:avLst/>
          </a:prstGeom>
          <a:ln w="19050">
            <a:solidFill>
              <a:srgbClr val="D0EA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0341864" y="5340096"/>
            <a:ext cx="155448" cy="155448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497312" y="5417820"/>
            <a:ext cx="228600" cy="0"/>
          </a:xfrm>
          <a:prstGeom prst="line">
            <a:avLst/>
          </a:prstGeom>
          <a:ln w="19050">
            <a:solidFill>
              <a:srgbClr val="D0EA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0725912" y="5340096"/>
            <a:ext cx="155448" cy="155448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ight Arrow 60"/>
          <p:cNvSpPr/>
          <p:nvPr/>
        </p:nvSpPr>
        <p:spPr>
          <a:xfrm>
            <a:off x="11119104" y="5276088"/>
            <a:ext cx="329184" cy="292608"/>
          </a:xfrm>
          <a:prstGeom prst="rightArrow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Now, the flow in action.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rPr>
                <a:solidFill>
                  <a:srgbClr val="D0EAE9"/>
                </a:solidFill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44200" y="-1188720"/>
            <a:ext cx="2286000" cy="2286000"/>
          </a:xfrm>
          <a:prstGeom prst="rect">
            <a:avLst/>
          </a:prstGeom>
          <a:noFill/>
          <a:ln w="31750">
            <a:solidFill>
              <a:srgbClr val="1E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-548640"/>
            <a:ext cx="2103120" cy="2103120"/>
          </a:xfrm>
          <a:prstGeom prst="rect">
            <a:avLst/>
          </a:prstGeom>
          <a:noFill/>
          <a:ln w="31750">
            <a:solidFill>
              <a:srgbClr val="1E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2103120"/>
            <a:ext cx="548640" cy="548640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21284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83469"/>
                </a:solidFill>
                <a:latin typeface="Arial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26079"/>
            <a:ext cx="283464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D0EAE9"/>
                </a:solidFill>
                <a:latin typeface="Arial"/>
              </a:rPr>
              <a:t>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3931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survey before the workshop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931920" y="3383279"/>
            <a:ext cx="411480" cy="347472"/>
          </a:xfrm>
          <a:prstGeom prst="rightArrow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103120"/>
            <a:ext cx="548640" cy="548640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221284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83469"/>
                </a:solidFill>
                <a:latin typeface="Arial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2926079"/>
            <a:ext cx="2834640" cy="1234440"/>
          </a:xfrm>
          <a:prstGeom prst="roundRect">
            <a:avLst>
              <a:gd name="adj" fmla="val 8000"/>
            </a:avLst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20040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DELIVER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63931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D0EAE9"/>
                </a:solidFill>
                <a:latin typeface="Arial"/>
              </a:rPr>
              <a:t>advisor materials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635240" y="3383279"/>
            <a:ext cx="411480" cy="347472"/>
          </a:xfrm>
          <a:prstGeom prst="rightArrow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19" y="2103120"/>
            <a:ext cx="548640" cy="548640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19" y="221284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083469"/>
                </a:solidFill>
                <a:latin typeface="Arial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19" y="2926079"/>
            <a:ext cx="2834640" cy="123444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19" y="320040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D0EAE9"/>
                </a:solidFill>
                <a:latin typeface="Arial"/>
              </a:rPr>
              <a:t>FOLLOW 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363931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engagement calendar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9204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1">
                <a:solidFill>
                  <a:srgbClr val="D0EAE9"/>
                </a:solidFill>
                <a:latin typeface="Arial"/>
              </a:rPr>
              <a:t>Let me show you how this actually 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Built for now. Ready for what’s next.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 wrap="square"/>
          <a:lstStyle/>
          <a:p>
            <a:r>
              <a:t>FUTURE OUTLOOK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44200" y="-1188720"/>
            <a:ext cx="2286000" cy="2286000"/>
          </a:xfrm>
          <a:prstGeom prst="rect">
            <a:avLst/>
          </a:prstGeom>
          <a:noFill/>
          <a:ln w="31750">
            <a:solidFill>
              <a:srgbClr val="E6EC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-548640"/>
            <a:ext cx="2103120" cy="2103120"/>
          </a:xfrm>
          <a:prstGeom prst="rect">
            <a:avLst/>
          </a:prstGeom>
          <a:noFill/>
          <a:ln w="3175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234440" y="2331720"/>
            <a:ext cx="4206240" cy="2834640"/>
          </a:xfrm>
          <a:prstGeom prst="roundRect">
            <a:avLst>
              <a:gd name="adj" fmla="val 8000"/>
            </a:avLst>
          </a:prstGeom>
          <a:solidFill>
            <a:srgbClr val="083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2331720"/>
            <a:ext cx="4206240" cy="128016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24327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0EAE9"/>
                </a:solidFill>
                <a:latin typeface="Arial"/>
              </a:rPr>
              <a:t>NOW</a:t>
            </a:r>
          </a:p>
        </p:txBody>
      </p:sp>
      <p:sp>
        <p:nvSpPr>
          <p:cNvPr id="11" name="Oval 10"/>
          <p:cNvSpPr/>
          <p:nvPr/>
        </p:nvSpPr>
        <p:spPr>
          <a:xfrm>
            <a:off x="1581912" y="3246120"/>
            <a:ext cx="91440" cy="91440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9656" y="315467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Consultant toolkit</a:t>
            </a:r>
          </a:p>
        </p:txBody>
      </p:sp>
      <p:sp>
        <p:nvSpPr>
          <p:cNvPr id="13" name="Oval 12"/>
          <p:cNvSpPr/>
          <p:nvPr/>
        </p:nvSpPr>
        <p:spPr>
          <a:xfrm>
            <a:off x="1581912" y="3703320"/>
            <a:ext cx="91440" cy="91440"/>
          </a:xfrm>
          <a:prstGeom prst="ellipse">
            <a:avLst/>
          </a:prstGeom>
          <a:solidFill>
            <a:srgbClr val="00D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19656" y="361187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Arial"/>
              </a:rPr>
              <a:t>Ready to 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617720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D0EAE9"/>
                </a:solidFill>
                <a:latin typeface="Arial"/>
              </a:rPr>
              <a:t>the working structure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15000" y="3557015"/>
            <a:ext cx="502920" cy="384048"/>
          </a:xfrm>
          <a:prstGeom prst="rightArrow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37960" y="2011679"/>
            <a:ext cx="4206240" cy="2834640"/>
          </a:xfrm>
          <a:prstGeom prst="roundRect">
            <a:avLst>
              <a:gd name="adj" fmla="val 8000"/>
            </a:avLst>
          </a:prstGeom>
          <a:solidFill>
            <a:srgbClr val="D0EAE9"/>
          </a:solidFill>
          <a:ln w="19050">
            <a:solidFill>
              <a:srgbClr val="008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2304287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08074"/>
                </a:solidFill>
                <a:latin typeface="Arial"/>
              </a:rPr>
              <a:t>FUTURE</a:t>
            </a:r>
          </a:p>
        </p:txBody>
      </p:sp>
      <p:sp>
        <p:nvSpPr>
          <p:cNvPr id="19" name="Oval 18"/>
          <p:cNvSpPr/>
          <p:nvPr/>
        </p:nvSpPr>
        <p:spPr>
          <a:xfrm>
            <a:off x="6885432" y="2926079"/>
            <a:ext cx="91440" cy="91440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23176" y="283463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83469"/>
                </a:solidFill>
                <a:latin typeface="Arial"/>
              </a:rPr>
              <a:t>Hosted on CI Pro</a:t>
            </a:r>
          </a:p>
        </p:txBody>
      </p:sp>
      <p:sp>
        <p:nvSpPr>
          <p:cNvPr id="21" name="Oval 20"/>
          <p:cNvSpPr/>
          <p:nvPr/>
        </p:nvSpPr>
        <p:spPr>
          <a:xfrm>
            <a:off x="6885432" y="3383279"/>
            <a:ext cx="91440" cy="91440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3176" y="329183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83469"/>
                </a:solidFill>
                <a:latin typeface="Arial"/>
              </a:rPr>
              <a:t>Advisors sign up</a:t>
            </a:r>
          </a:p>
        </p:txBody>
      </p:sp>
      <p:sp>
        <p:nvSpPr>
          <p:cNvPr id="23" name="Oval 22"/>
          <p:cNvSpPr/>
          <p:nvPr/>
        </p:nvSpPr>
        <p:spPr>
          <a:xfrm>
            <a:off x="6885432" y="3840479"/>
            <a:ext cx="91440" cy="91440"/>
          </a:xfrm>
          <a:prstGeom prst="ellipse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23176" y="3749039"/>
            <a:ext cx="3291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83469"/>
                </a:solidFill>
                <a:latin typeface="Arial"/>
              </a:rPr>
              <a:t>Materials in one place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297680"/>
            <a:ext cx="35661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08074"/>
                </a:solidFill>
                <a:latin typeface="Arial"/>
              </a:rPr>
              <a:t>same structure, new home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 wrap="square"/>
          <a:lstStyle/>
          <a:p>
            <a: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0" y="1005840"/>
            <a:ext cx="3749039" cy="3749039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006840" y="1874519"/>
            <a:ext cx="2651760" cy="2651760"/>
          </a:xfrm>
          <a:prstGeom prst="rect">
            <a:avLst/>
          </a:prstGeom>
          <a:noFill/>
          <a:ln w="25400">
            <a:solidFill>
              <a:srgbClr val="D0EA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38360" y="2606040"/>
            <a:ext cx="1188720" cy="1188720"/>
          </a:xfrm>
          <a:prstGeom prst="rect">
            <a:avLst/>
          </a:prstGeom>
          <a:solidFill>
            <a:srgbClr val="008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G Internal Template">
  <a:themeElements>
    <a:clrScheme name="2026 CG Brand Primary">
      <a:dk1>
        <a:srgbClr val="000000"/>
      </a:dk1>
      <a:lt1>
        <a:srgbClr val="FFFFFF"/>
      </a:lt1>
      <a:dk2>
        <a:srgbClr val="083469"/>
      </a:dk2>
      <a:lt2>
        <a:srgbClr val="0068AE"/>
      </a:lt2>
      <a:accent1>
        <a:srgbClr val="008074"/>
      </a:accent1>
      <a:accent2>
        <a:srgbClr val="D0EAE9"/>
      </a:accent2>
      <a:accent3>
        <a:srgbClr val="E6ECEE"/>
      </a:accent3>
      <a:accent4>
        <a:srgbClr val="8FADB2"/>
      </a:accent4>
      <a:accent5>
        <a:srgbClr val="831574"/>
      </a:accent5>
      <a:accent6>
        <a:srgbClr val="00D190"/>
      </a:accent6>
      <a:hlink>
        <a:srgbClr val="0072E3"/>
      </a:hlink>
      <a:folHlink>
        <a:srgbClr val="005E9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40" tIns="91440" rIns="91440" bIns="91440" numCol="1" spcCol="38100" rtlCol="0" anchor="ctr">
        <a:no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 dirty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AvenirNext LT Com Regular" panose="020B0503020202020204" pitchFamily="34" charset="0"/>
            <a:sym typeface="AvenirNext LT Com Regular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9525" cap="flat">
          <a:solidFill>
            <a:schemeClr val="tx1"/>
          </a:solidFill>
          <a:prstDash val="solid"/>
          <a:miter lim="400000"/>
        </a:ln>
        <a:effectLst/>
        <a:sp3d/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ln w="12700">
          <a:miter lim="400000"/>
        </a:ln>
      </a:spPr>
      <a:bodyPr wrap="square" lIns="0" tIns="0" rIns="0" bIns="0" rtlCol="0">
        <a:spAutoFit/>
      </a:bodyPr>
      <a:lstStyle>
        <a:defPPr>
          <a:defRPr sz="1400" b="1" dirty="0" err="1" smtClean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BBF04496-C61D-CB4A-AD2C-F21935505E09}" vid="{78AB75F7-5FEB-704A-B824-37F0DA56FDFF}"/>
    </a:ext>
  </a:extLst>
</a:theme>
</file>

<file path=ppt/theme/theme2.xml><?xml version="1.0" encoding="utf-8"?>
<a:theme xmlns:a="http://schemas.openxmlformats.org/drawingml/2006/main" name="White">
  <a:themeElements>
    <a:clrScheme name="CG Color Palette 2018">
      <a:dk1>
        <a:srgbClr val="005F9E"/>
      </a:dk1>
      <a:lt1>
        <a:srgbClr val="FFFFFF"/>
      </a:lt1>
      <a:dk2>
        <a:srgbClr val="009CDC"/>
      </a:dk2>
      <a:lt2>
        <a:srgbClr val="E3E1DC"/>
      </a:lt2>
      <a:accent1>
        <a:srgbClr val="005F9E"/>
      </a:accent1>
      <a:accent2>
        <a:srgbClr val="009CDC"/>
      </a:accent2>
      <a:accent3>
        <a:srgbClr val="00AEA9"/>
      </a:accent3>
      <a:accent4>
        <a:srgbClr val="B42573"/>
      </a:accent4>
      <a:accent5>
        <a:srgbClr val="554742"/>
      </a:accent5>
      <a:accent6>
        <a:srgbClr val="D5D0CA"/>
      </a:accent6>
      <a:hlink>
        <a:srgbClr val="0000FF"/>
      </a:hlink>
      <a:folHlink>
        <a:srgbClr val="FF00FF"/>
      </a:folHlink>
    </a:clrScheme>
    <a:fontScheme name="CG Brand font">
      <a:majorFont>
        <a:latin typeface="AvenirNext LT Com Regular"/>
        <a:ea typeface=""/>
        <a:cs typeface=""/>
      </a:majorFont>
      <a:minorFont>
        <a:latin typeface="AvenirNext LT Com Regular"/>
        <a:ea typeface=""/>
        <a:cs typeface="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539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0" i="0" u="none" strike="noStrike" cap="none" spc="0" normalizeH="0" baseline="0">
            <a:ln>
              <a:noFill/>
            </a:ln>
            <a:solidFill>
              <a:srgbClr val="FFFFFF"/>
            </a:solidFill>
            <a:effectLst>
              <a:outerShdw blurRad="38100" dist="12700" dir="5400000" rotWithShape="0">
                <a:srgbClr val="000000">
                  <a:alpha val="50000"/>
                </a:srgbClr>
              </a:outerShdw>
            </a:effectLst>
            <a:uFillTx/>
            <a:latin typeface="AvenirNext LT Com Regular"/>
            <a:ea typeface="AvenirNext LT Com Regular"/>
            <a:cs typeface="AvenirNext LT Com Regular"/>
            <a:sym typeface="AvenirNext LT Com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381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venirNext LT Com Regular"/>
            <a:ea typeface="AvenirNext LT Com Regular"/>
            <a:cs typeface="AvenirNext LT Com Regular"/>
            <a:sym typeface="AvenirNext LT Com Regular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CG color test palette">
      <a:dk1>
        <a:srgbClr val="005F9E"/>
      </a:dk1>
      <a:lt1>
        <a:srgbClr val="FFFFFF"/>
      </a:lt1>
      <a:dk2>
        <a:srgbClr val="009CDC"/>
      </a:dk2>
      <a:lt2>
        <a:srgbClr val="E3E1DC"/>
      </a:lt2>
      <a:accent1>
        <a:srgbClr val="005F9E"/>
      </a:accent1>
      <a:accent2>
        <a:srgbClr val="009CDC"/>
      </a:accent2>
      <a:accent3>
        <a:srgbClr val="00AEA9"/>
      </a:accent3>
      <a:accent4>
        <a:srgbClr val="B42573"/>
      </a:accent4>
      <a:accent5>
        <a:srgbClr val="554742"/>
      </a:accent5>
      <a:accent6>
        <a:srgbClr val="D5D0CA"/>
      </a:accent6>
      <a:hlink>
        <a:srgbClr val="0000FF"/>
      </a:hlink>
      <a:folHlink>
        <a:srgbClr val="FF00FF"/>
      </a:folHlink>
    </a:clrScheme>
    <a:fontScheme name="CG Preferred Fonts 2018">
      <a:majorFont>
        <a:latin typeface="AvenirNext LT Com Regular"/>
        <a:ea typeface=""/>
        <a:cs typeface=""/>
      </a:majorFont>
      <a:minorFont>
        <a:latin typeface="AvenirNext LT Com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2026 CG Brand Primary">
    <a:dk1>
      <a:srgbClr val="000000"/>
    </a:dk1>
    <a:lt1>
      <a:srgbClr val="FFFFFF"/>
    </a:lt1>
    <a:dk2>
      <a:srgbClr val="083469"/>
    </a:dk2>
    <a:lt2>
      <a:srgbClr val="0068AE"/>
    </a:lt2>
    <a:accent1>
      <a:srgbClr val="008074"/>
    </a:accent1>
    <a:accent2>
      <a:srgbClr val="D0EAE9"/>
    </a:accent2>
    <a:accent3>
      <a:srgbClr val="E6ECEE"/>
    </a:accent3>
    <a:accent4>
      <a:srgbClr val="8FADB2"/>
    </a:accent4>
    <a:accent5>
      <a:srgbClr val="831574"/>
    </a:accent5>
    <a:accent6>
      <a:srgbClr val="00D190"/>
    </a:accent6>
    <a:hlink>
      <a:srgbClr val="0072E3"/>
    </a:hlink>
    <a:folHlink>
      <a:srgbClr val="005E9D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e35266-a0e4-4336-8224-c65b70b1bd82" xsi:nil="true"/>
    <lcf76f155ced4ddcb4097134ff3c332f xmlns="37a90fcf-f65a-4db3-aaa5-0ab5abc7284b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ECE840551FE1E47B8D3160DBB9D077D" ma:contentTypeVersion="15" ma:contentTypeDescription="Create a new document." ma:contentTypeScope="" ma:versionID="cdbd5e1505704a838359377011df84c6">
  <xsd:schema xmlns:xsd="http://www.w3.org/2001/XMLSchema" xmlns:xs="http://www.w3.org/2001/XMLSchema" xmlns:p="http://schemas.microsoft.com/office/2006/metadata/properties" xmlns:ns2="37a90fcf-f65a-4db3-aaa5-0ab5abc7284b" xmlns:ns3="75e35266-a0e4-4336-8224-c65b70b1bd82" targetNamespace="http://schemas.microsoft.com/office/2006/metadata/properties" ma:root="true" ma:fieldsID="78d36e0a692f996d96cbec67b6d998aa" ns2:_="" ns3:_="">
    <xsd:import namespace="37a90fcf-f65a-4db3-aaa5-0ab5abc7284b"/>
    <xsd:import namespace="75e35266-a0e4-4336-8224-c65b70b1bd8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90fcf-f65a-4db3-aaa5-0ab5abc7284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642c85e0-9014-473f-b2d5-b20670940c5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e35266-a0e4-4336-8224-c65b70b1bd8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9e9de1d2-c2be-4fd1-a0be-19066d1de329}" ma:internalName="TaxCatchAll" ma:showField="CatchAllData" ma:web="75e35266-a0e4-4336-8224-c65b70b1bd8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A0174AC-40F1-462E-BF1B-0524D2F7636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3FB921-50B7-4423-A2D6-76FC7478F5A1}">
  <ds:schemaRefs>
    <ds:schemaRef ds:uri="http://purl.org/dc/dcmitype/"/>
    <ds:schemaRef ds:uri="3c980e3d-38a3-4144-abdb-963625e95112"/>
    <ds:schemaRef ds:uri="http://schemas.microsoft.com/office/2006/documentManagement/types"/>
    <ds:schemaRef ds:uri="http://purl.org/dc/elements/1.1/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schemas.openxmlformats.org/package/2006/metadata/core-properties"/>
    <ds:schemaRef ds:uri="c2f5d556-2bca-4487-960c-d9d19bc200b8"/>
    <ds:schemaRef ds:uri="http://purl.org/dc/terms/"/>
    <ds:schemaRef ds:uri="75e35266-a0e4-4336-8224-c65b70b1bd82"/>
    <ds:schemaRef ds:uri="37a90fcf-f65a-4db3-aaa5-0ab5abc7284b"/>
  </ds:schemaRefs>
</ds:datastoreItem>
</file>

<file path=customXml/itemProps3.xml><?xml version="1.0" encoding="utf-8"?>
<ds:datastoreItem xmlns:ds="http://schemas.openxmlformats.org/officeDocument/2006/customXml" ds:itemID="{4509ACB3-F73D-4E7D-AEC7-390DE0B409C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90fcf-f65a-4db3-aaa5-0ab5abc7284b"/>
    <ds:schemaRef ds:uri="75e35266-a0e4-4336-8224-c65b70b1bd8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2287</Words>
  <Application>Microsoft Office PowerPoint</Application>
  <PresentationFormat>Widescreen</PresentationFormat>
  <Paragraphs>509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AvenirNext LT Com</vt:lpstr>
      <vt:lpstr>Arial</vt:lpstr>
      <vt:lpstr>AvenirNext LT Com Medium</vt:lpstr>
      <vt:lpstr>AvenirNext LT Com Regular</vt:lpstr>
      <vt:lpstr>Wingdings</vt:lpstr>
      <vt:lpstr>2026 CG Internal Template</vt:lpstr>
      <vt:lpstr>Presentation title ≤36pt – can be multiple lines</vt:lpstr>
      <vt:lpstr>Presentation title ≤36pt – can be two lines</vt:lpstr>
      <vt:lpstr>Presentation title ≤36pt – can be two lines</vt:lpstr>
      <vt:lpstr>Agenda</vt:lpstr>
      <vt:lpstr>1-line page title H1-line page title 1-line page title 1-line 28pt</vt:lpstr>
      <vt:lpstr>1-line page title H1-line page title 1-line page title 1-line 28pt</vt:lpstr>
      <vt:lpstr>1-line page title H1-line page title 1-line page title 1-line 28pt</vt:lpstr>
      <vt:lpstr>1-line page title 1-line page title 1-line 28pt</vt:lpstr>
      <vt:lpstr>1-line page title 1-line page title 1-line 28pt</vt:lpstr>
      <vt:lpstr>1-line page title for 3 text box layout 28pt</vt:lpstr>
      <vt:lpstr>1-line page title for 3 box points layout 28pt</vt:lpstr>
      <vt:lpstr>1-line page title 1-line 28pt</vt:lpstr>
      <vt:lpstr>2-line page title 2-line page title 2-line page 28pt</vt:lpstr>
      <vt:lpstr>1-line page title 1-line 28pt</vt:lpstr>
      <vt:lpstr>1-line page title 1-line page title 1-line page title 1-line 28pt</vt:lpstr>
      <vt:lpstr>1-line page title 1-line page title 1-line page title 1-line 28pt</vt:lpstr>
      <vt:lpstr>Page title page title page title page title page title page 28pt</vt:lpstr>
      <vt:lpstr>Page title page title page title page title page title page 28pt</vt:lpstr>
      <vt:lpstr>Section divider title can be two lines Section divider title can be two 40pt </vt:lpstr>
      <vt:lpstr>Section divider title can be two lines Section divider title can be two 40pt</vt:lpstr>
      <vt:lpstr>Section divider title can be two lines Section divider title can be two 40pt</vt:lpstr>
      <vt:lpstr>PowerPoint Presentation</vt:lpstr>
      <vt:lpstr>Insert a new chart, or copy and paste inside the chart place holder</vt:lpstr>
      <vt:lpstr>1-line page title for column chart page ADA symbols 28pt</vt:lpstr>
      <vt:lpstr>1-line page title for column chart page 28pt</vt:lpstr>
      <vt:lpstr>1-line page title for column chart page 28pt</vt:lpstr>
      <vt:lpstr>1-line page title for bar chart page 28pt</vt:lpstr>
      <vt:lpstr>1-line page title for stacked bar chart page 28pt</vt:lpstr>
      <vt:lpstr>1-line page title for stacked bar chart page 28pt</vt:lpstr>
      <vt:lpstr>1-line page title for line chart page 28pt</vt:lpstr>
      <vt:lpstr>1-line page title for 2 x donut chart page 28pt ADA</vt:lpstr>
      <vt:lpstr>1-line page title for 2 x donut chart page 28pt ADA</vt:lpstr>
      <vt:lpstr>1-line page title for 6-column #’s table 28pt</vt:lpstr>
      <vt:lpstr>Important information (disclaimer)</vt:lpstr>
    </vt:vector>
  </TitlesOfParts>
  <Manager>Brand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2026 CG PowerPoint template</dc:subject>
  <dc:creator>Steve Shugg</dc:creator>
  <cp:keywords>Template, 2026, PowerPoint</cp:keywords>
  <dc:description>2026 CG PowerPoint template
Generic version
Font: Avenir Next Lt Com</dc:description>
  <cp:lastModifiedBy>Chee Sin Foong (SMRCHSF)</cp:lastModifiedBy>
  <cp:revision>1</cp:revision>
  <dcterms:created xsi:type="dcterms:W3CDTF">2026-04-08T17:41:36Z</dcterms:created>
  <dcterms:modified xsi:type="dcterms:W3CDTF">2026-06-02T07:43:05Z</dcterms:modified>
  <cp:category>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lpwstr>2000.00000000000</vt:lpwstr>
  </property>
  <property fmtid="{D5CDD505-2E9C-101B-9397-08002B2CF9AE}" pid="3" name="ContentTypeId">
    <vt:lpwstr>0x0101001ECE840551FE1E47B8D3160DBB9D077D</vt:lpwstr>
  </property>
  <property fmtid="{D5CDD505-2E9C-101B-9397-08002B2CF9AE}" pid="4" name="MediaServiceImageTags">
    <vt:lpwstr/>
  </property>
</Properties>
</file>